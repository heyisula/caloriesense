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66" r:id="rId5"/>
    <p:sldId id="267" r:id="rId6"/>
    <p:sldId id="268" r:id="rId7"/>
    <p:sldId id="258" r:id="rId8"/>
    <p:sldId id="259" r:id="rId9"/>
    <p:sldId id="269" r:id="rId10"/>
    <p:sldId id="260" r:id="rId11"/>
    <p:sldId id="263" r:id="rId12"/>
    <p:sldId id="270" r:id="rId13"/>
    <p:sldId id="271" r:id="rId14"/>
    <p:sldId id="272" r:id="rId15"/>
    <p:sldId id="278" r:id="rId16"/>
    <p:sldId id="277" r:id="rId17"/>
    <p:sldId id="279" r:id="rId18"/>
    <p:sldId id="280" r:id="rId19"/>
    <p:sldId id="281" r:id="rId20"/>
    <p:sldId id="282" r:id="rId21"/>
    <p:sldId id="273" r:id="rId22"/>
    <p:sldId id="274" r:id="rId23"/>
    <p:sldId id="2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76" y="-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925EE3-4A19-4BB9-8DD8-6D6F96456DEC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59D46EE-EFFD-43D9-B191-998C4FA83126}">
      <dgm:prSet/>
      <dgm:spPr/>
      <dgm:t>
        <a:bodyPr/>
        <a:lstStyle/>
        <a:p>
          <a:r>
            <a:rPr lang="en-US"/>
            <a:t>EDA performed to identify patterns and relationships</a:t>
          </a:r>
        </a:p>
      </dgm:t>
    </dgm:pt>
    <dgm:pt modelId="{9AFB35CC-F249-4595-81AD-0E0AEB53BC12}" type="parTrans" cxnId="{B4CBAB50-78CB-49B4-A3B1-C68D383154B0}">
      <dgm:prSet/>
      <dgm:spPr/>
      <dgm:t>
        <a:bodyPr/>
        <a:lstStyle/>
        <a:p>
          <a:endParaRPr lang="en-US"/>
        </a:p>
      </dgm:t>
    </dgm:pt>
    <dgm:pt modelId="{15C6D952-6E1D-41C1-9B68-11D5E6D40DE7}" type="sibTrans" cxnId="{B4CBAB50-78CB-49B4-A3B1-C68D383154B0}">
      <dgm:prSet/>
      <dgm:spPr/>
      <dgm:t>
        <a:bodyPr/>
        <a:lstStyle/>
        <a:p>
          <a:endParaRPr lang="en-US"/>
        </a:p>
      </dgm:t>
    </dgm:pt>
    <dgm:pt modelId="{203DBF32-35EE-4FB2-B920-11A46DB7C1AC}">
      <dgm:prSet/>
      <dgm:spPr/>
      <dgm:t>
        <a:bodyPr/>
        <a:lstStyle/>
        <a:p>
          <a:pPr>
            <a:buNone/>
          </a:pPr>
          <a:r>
            <a:rPr lang="en-US" dirty="0"/>
            <a:t>Key </a:t>
          </a:r>
          <a:r>
            <a:rPr lang="en-US" dirty="0" err="1"/>
            <a:t>Insigts</a:t>
          </a:r>
          <a:r>
            <a:rPr lang="en-US" dirty="0"/>
            <a:t> Planning </a:t>
          </a:r>
          <a:r>
            <a:rPr lang="en-US" dirty="0" err="1"/>
            <a:t>fo</a:t>
          </a:r>
          <a:r>
            <a:rPr lang="en-US" dirty="0"/>
            <a:t> Future:</a:t>
          </a:r>
        </a:p>
      </dgm:t>
    </dgm:pt>
    <dgm:pt modelId="{A5EB7676-60A3-4FD4-A529-2C2D45D9EA49}" type="parTrans" cxnId="{441DBF9A-FC85-4E3D-A153-C1B33AA4A5C4}">
      <dgm:prSet/>
      <dgm:spPr/>
      <dgm:t>
        <a:bodyPr/>
        <a:lstStyle/>
        <a:p>
          <a:endParaRPr lang="en-US"/>
        </a:p>
      </dgm:t>
    </dgm:pt>
    <dgm:pt modelId="{96FE05D0-FB10-47E5-B275-42F9558D2941}" type="sibTrans" cxnId="{441DBF9A-FC85-4E3D-A153-C1B33AA4A5C4}">
      <dgm:prSet/>
      <dgm:spPr/>
      <dgm:t>
        <a:bodyPr/>
        <a:lstStyle/>
        <a:p>
          <a:endParaRPr lang="en-US"/>
        </a:p>
      </dgm:t>
    </dgm:pt>
    <dgm:pt modelId="{C3710990-EEFE-45A7-A749-B665F79D889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Strong positive relationship between variables and target (calories burnt)</a:t>
          </a:r>
        </a:p>
      </dgm:t>
    </dgm:pt>
    <dgm:pt modelId="{B5B868FA-BDCC-4BB5-9CD1-07360A4849A3}" type="parTrans" cxnId="{30251D65-EA9F-45D6-858E-9E7369355D4B}">
      <dgm:prSet/>
      <dgm:spPr/>
      <dgm:t>
        <a:bodyPr/>
        <a:lstStyle/>
        <a:p>
          <a:endParaRPr lang="en-US"/>
        </a:p>
      </dgm:t>
    </dgm:pt>
    <dgm:pt modelId="{D88C09FC-9140-4B27-B496-8A245F7F08AA}" type="sibTrans" cxnId="{30251D65-EA9F-45D6-858E-9E7369355D4B}">
      <dgm:prSet/>
      <dgm:spPr/>
      <dgm:t>
        <a:bodyPr/>
        <a:lstStyle/>
        <a:p>
          <a:endParaRPr lang="en-US"/>
        </a:p>
      </dgm:t>
    </dgm:pt>
    <dgm:pt modelId="{980B6360-72E4-4465-A43E-D1FC09C7C2D2}">
      <dgm:prSet/>
      <dgm:spPr>
        <a:solidFill>
          <a:schemeClr val="bg2">
            <a:lumMod val="50000"/>
            <a:lumOff val="5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Heart rate significantly influences calorie burn</a:t>
          </a:r>
        </a:p>
      </dgm:t>
    </dgm:pt>
    <dgm:pt modelId="{C333BC18-6EF8-4C2A-B7EC-6927E6981B55}" type="parTrans" cxnId="{B39847F4-1C10-4F69-87B3-EDCE4CC7E406}">
      <dgm:prSet/>
      <dgm:spPr/>
      <dgm:t>
        <a:bodyPr/>
        <a:lstStyle/>
        <a:p>
          <a:endParaRPr lang="en-US"/>
        </a:p>
      </dgm:t>
    </dgm:pt>
    <dgm:pt modelId="{612EF143-3077-457A-94FF-D7A6A7D9F335}" type="sibTrans" cxnId="{B39847F4-1C10-4F69-87B3-EDCE4CC7E406}">
      <dgm:prSet/>
      <dgm:spPr/>
      <dgm:t>
        <a:bodyPr/>
        <a:lstStyle/>
        <a:p>
          <a:endParaRPr lang="en-US"/>
        </a:p>
      </dgm:t>
    </dgm:pt>
    <dgm:pt modelId="{F49A9149-F5B1-4C26-91A7-B20FD795C6FC}">
      <dgm:prSet/>
      <dgm:spPr>
        <a:solidFill>
          <a:schemeClr val="bg2">
            <a:lumMod val="50000"/>
            <a:lumOff val="5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Gender based differences observed</a:t>
          </a:r>
        </a:p>
      </dgm:t>
    </dgm:pt>
    <dgm:pt modelId="{5ABB8C4A-E143-45DE-8EFE-752EA11CBFBA}" type="parTrans" cxnId="{A218DF24-609F-4B2C-B166-B25378DECD29}">
      <dgm:prSet/>
      <dgm:spPr/>
      <dgm:t>
        <a:bodyPr/>
        <a:lstStyle/>
        <a:p>
          <a:endParaRPr lang="en-US"/>
        </a:p>
      </dgm:t>
    </dgm:pt>
    <dgm:pt modelId="{81713F2B-06BD-4D11-9CB6-FC7CDCFEA98E}" type="sibTrans" cxnId="{A218DF24-609F-4B2C-B166-B25378DECD29}">
      <dgm:prSet/>
      <dgm:spPr/>
      <dgm:t>
        <a:bodyPr/>
        <a:lstStyle/>
        <a:p>
          <a:endParaRPr lang="en-US"/>
        </a:p>
      </dgm:t>
    </dgm:pt>
    <dgm:pt modelId="{1697950E-E929-4182-BC6D-826FA7A4FE64}">
      <dgm:prSet/>
      <dgm:spPr>
        <a:solidFill>
          <a:schemeClr val="bg2">
            <a:lumMod val="50000"/>
            <a:lumOff val="5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EDA helps AI models learn meaningful data patterns</a:t>
          </a:r>
          <a:endParaRPr lang="en-US" dirty="0"/>
        </a:p>
      </dgm:t>
    </dgm:pt>
    <dgm:pt modelId="{22C394D6-EB8F-4D04-8189-51F9B421E9BE}" type="parTrans" cxnId="{349C27C0-F3D1-4412-8B32-B3B898443624}">
      <dgm:prSet/>
      <dgm:spPr/>
      <dgm:t>
        <a:bodyPr/>
        <a:lstStyle/>
        <a:p>
          <a:endParaRPr lang="en-US"/>
        </a:p>
      </dgm:t>
    </dgm:pt>
    <dgm:pt modelId="{1E12C715-DEAA-45ED-A801-497B37FA6854}" type="sibTrans" cxnId="{349C27C0-F3D1-4412-8B32-B3B898443624}">
      <dgm:prSet/>
      <dgm:spPr/>
      <dgm:t>
        <a:bodyPr/>
        <a:lstStyle/>
        <a:p>
          <a:endParaRPr lang="en-US"/>
        </a:p>
      </dgm:t>
    </dgm:pt>
    <dgm:pt modelId="{4BB9807D-612A-442E-BFFF-9EFACC75F248}" type="pres">
      <dgm:prSet presAssocID="{41925EE3-4A19-4BB9-8DD8-6D6F96456DEC}" presName="linear" presStyleCnt="0">
        <dgm:presLayoutVars>
          <dgm:animLvl val="lvl"/>
          <dgm:resizeHandles val="exact"/>
        </dgm:presLayoutVars>
      </dgm:prSet>
      <dgm:spPr/>
    </dgm:pt>
    <dgm:pt modelId="{F4C5E95A-B36F-4B42-A4EC-52BDBF65B896}" type="pres">
      <dgm:prSet presAssocID="{959D46EE-EFFD-43D9-B191-998C4FA8312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4B6DD9D-8F3A-4045-A11A-100276479B12}" type="pres">
      <dgm:prSet presAssocID="{15C6D952-6E1D-41C1-9B68-11D5E6D40DE7}" presName="spacer" presStyleCnt="0"/>
      <dgm:spPr/>
    </dgm:pt>
    <dgm:pt modelId="{F901A6B9-9463-4DC4-A299-6389842E57FB}" type="pres">
      <dgm:prSet presAssocID="{203DBF32-35EE-4FB2-B920-11A46DB7C1A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58DF348-C199-4565-9712-C35F11126216}" type="pres">
      <dgm:prSet presAssocID="{203DBF32-35EE-4FB2-B920-11A46DB7C1A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A12F21B-5B2B-41BA-BCB3-7D2AD77CD792}" type="presOf" srcId="{C3710990-EEFE-45A7-A749-B665F79D8891}" destId="{B58DF348-C199-4565-9712-C35F11126216}" srcOrd="0" destOrd="0" presId="urn:microsoft.com/office/officeart/2005/8/layout/vList2"/>
    <dgm:cxn modelId="{A218DF24-609F-4B2C-B166-B25378DECD29}" srcId="{203DBF32-35EE-4FB2-B920-11A46DB7C1AC}" destId="{F49A9149-F5B1-4C26-91A7-B20FD795C6FC}" srcOrd="2" destOrd="0" parTransId="{5ABB8C4A-E143-45DE-8EFE-752EA11CBFBA}" sibTransId="{81713F2B-06BD-4D11-9CB6-FC7CDCFEA98E}"/>
    <dgm:cxn modelId="{693AD731-70E1-4B15-A100-E95E78CC1725}" type="presOf" srcId="{203DBF32-35EE-4FB2-B920-11A46DB7C1AC}" destId="{F901A6B9-9463-4DC4-A299-6389842E57FB}" srcOrd="0" destOrd="0" presId="urn:microsoft.com/office/officeart/2005/8/layout/vList2"/>
    <dgm:cxn modelId="{F843EE41-FBB2-4B67-ADAD-35CF48309AEA}" type="presOf" srcId="{959D46EE-EFFD-43D9-B191-998C4FA83126}" destId="{F4C5E95A-B36F-4B42-A4EC-52BDBF65B896}" srcOrd="0" destOrd="0" presId="urn:microsoft.com/office/officeart/2005/8/layout/vList2"/>
    <dgm:cxn modelId="{4733D163-FC8C-4E76-968A-E8B8B3F4F135}" type="presOf" srcId="{980B6360-72E4-4465-A43E-D1FC09C7C2D2}" destId="{B58DF348-C199-4565-9712-C35F11126216}" srcOrd="0" destOrd="1" presId="urn:microsoft.com/office/officeart/2005/8/layout/vList2"/>
    <dgm:cxn modelId="{30251D65-EA9F-45D6-858E-9E7369355D4B}" srcId="{203DBF32-35EE-4FB2-B920-11A46DB7C1AC}" destId="{C3710990-EEFE-45A7-A749-B665F79D8891}" srcOrd="0" destOrd="0" parTransId="{B5B868FA-BDCC-4BB5-9CD1-07360A4849A3}" sibTransId="{D88C09FC-9140-4B27-B496-8A245F7F08AA}"/>
    <dgm:cxn modelId="{B4CBAB50-78CB-49B4-A3B1-C68D383154B0}" srcId="{41925EE3-4A19-4BB9-8DD8-6D6F96456DEC}" destId="{959D46EE-EFFD-43D9-B191-998C4FA83126}" srcOrd="0" destOrd="0" parTransId="{9AFB35CC-F249-4595-81AD-0E0AEB53BC12}" sibTransId="{15C6D952-6E1D-41C1-9B68-11D5E6D40DE7}"/>
    <dgm:cxn modelId="{EBC08955-7B63-4DCA-B97B-1F1D596B1C44}" type="presOf" srcId="{F49A9149-F5B1-4C26-91A7-B20FD795C6FC}" destId="{B58DF348-C199-4565-9712-C35F11126216}" srcOrd="0" destOrd="2" presId="urn:microsoft.com/office/officeart/2005/8/layout/vList2"/>
    <dgm:cxn modelId="{E1E27D8D-566B-43BC-A95F-F782D6F7E236}" type="presOf" srcId="{41925EE3-4A19-4BB9-8DD8-6D6F96456DEC}" destId="{4BB9807D-612A-442E-BFFF-9EFACC75F248}" srcOrd="0" destOrd="0" presId="urn:microsoft.com/office/officeart/2005/8/layout/vList2"/>
    <dgm:cxn modelId="{441DBF9A-FC85-4E3D-A153-C1B33AA4A5C4}" srcId="{41925EE3-4A19-4BB9-8DD8-6D6F96456DEC}" destId="{203DBF32-35EE-4FB2-B920-11A46DB7C1AC}" srcOrd="1" destOrd="0" parTransId="{A5EB7676-60A3-4FD4-A529-2C2D45D9EA49}" sibTransId="{96FE05D0-FB10-47E5-B275-42F9558D2941}"/>
    <dgm:cxn modelId="{6038A6BC-3DA9-47A4-927F-CD9B2640A364}" type="presOf" srcId="{1697950E-E929-4182-BC6D-826FA7A4FE64}" destId="{B58DF348-C199-4565-9712-C35F11126216}" srcOrd="0" destOrd="3" presId="urn:microsoft.com/office/officeart/2005/8/layout/vList2"/>
    <dgm:cxn modelId="{349C27C0-F3D1-4412-8B32-B3B898443624}" srcId="{203DBF32-35EE-4FB2-B920-11A46DB7C1AC}" destId="{1697950E-E929-4182-BC6D-826FA7A4FE64}" srcOrd="3" destOrd="0" parTransId="{22C394D6-EB8F-4D04-8189-51F9B421E9BE}" sibTransId="{1E12C715-DEAA-45ED-A801-497B37FA6854}"/>
    <dgm:cxn modelId="{B39847F4-1C10-4F69-87B3-EDCE4CC7E406}" srcId="{203DBF32-35EE-4FB2-B920-11A46DB7C1AC}" destId="{980B6360-72E4-4465-A43E-D1FC09C7C2D2}" srcOrd="1" destOrd="0" parTransId="{C333BC18-6EF8-4C2A-B7EC-6927E6981B55}" sibTransId="{612EF143-3077-457A-94FF-D7A6A7D9F335}"/>
    <dgm:cxn modelId="{E907CF3A-7C9F-42BA-9480-9F1BC32E5573}" type="presParOf" srcId="{4BB9807D-612A-442E-BFFF-9EFACC75F248}" destId="{F4C5E95A-B36F-4B42-A4EC-52BDBF65B896}" srcOrd="0" destOrd="0" presId="urn:microsoft.com/office/officeart/2005/8/layout/vList2"/>
    <dgm:cxn modelId="{7706FFCD-3402-47CD-AA8D-7FD4074081D8}" type="presParOf" srcId="{4BB9807D-612A-442E-BFFF-9EFACC75F248}" destId="{A4B6DD9D-8F3A-4045-A11A-100276479B12}" srcOrd="1" destOrd="0" presId="urn:microsoft.com/office/officeart/2005/8/layout/vList2"/>
    <dgm:cxn modelId="{FD2C4995-40EB-4038-A578-5A8926098060}" type="presParOf" srcId="{4BB9807D-612A-442E-BFFF-9EFACC75F248}" destId="{F901A6B9-9463-4DC4-A299-6389842E57FB}" srcOrd="2" destOrd="0" presId="urn:microsoft.com/office/officeart/2005/8/layout/vList2"/>
    <dgm:cxn modelId="{B28CAD8F-2F73-4D0C-9893-AF748352B07E}" type="presParOf" srcId="{4BB9807D-612A-442E-BFFF-9EFACC75F248}" destId="{B58DF348-C199-4565-9712-C35F11126216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A28CB9-D570-41D8-888E-69778BA076EC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1CD50C7-C65B-4D23-A192-EA102158017C}">
      <dgm:prSet/>
      <dgm:spPr/>
      <dgm:t>
        <a:bodyPr/>
        <a:lstStyle/>
        <a:p>
          <a:r>
            <a:rPr lang="en-US" dirty="0"/>
            <a:t>Multiple models will be trained and compared</a:t>
          </a:r>
        </a:p>
      </dgm:t>
    </dgm:pt>
    <dgm:pt modelId="{89D2FA4D-7952-4BBB-903D-E2AE53D5EDCD}" type="parTrans" cxnId="{EBABE8E1-E90B-4D18-B59B-482D9F244B68}">
      <dgm:prSet/>
      <dgm:spPr/>
      <dgm:t>
        <a:bodyPr/>
        <a:lstStyle/>
        <a:p>
          <a:endParaRPr lang="en-US"/>
        </a:p>
      </dgm:t>
    </dgm:pt>
    <dgm:pt modelId="{1DD6F01D-7B92-4A9F-9ABA-E1FEC1543511}" type="sibTrans" cxnId="{EBABE8E1-E90B-4D18-B59B-482D9F244B68}">
      <dgm:prSet/>
      <dgm:spPr/>
      <dgm:t>
        <a:bodyPr/>
        <a:lstStyle/>
        <a:p>
          <a:endParaRPr lang="en-US"/>
        </a:p>
      </dgm:t>
    </dgm:pt>
    <dgm:pt modelId="{0E5B5990-B023-4E80-AD20-808B19238411}">
      <dgm:prSet/>
      <dgm:spPr/>
      <dgm:t>
        <a:bodyPr/>
        <a:lstStyle/>
        <a:p>
          <a:r>
            <a:rPr lang="en-US" b="1" dirty="0"/>
            <a:t>Linear Regression</a:t>
          </a:r>
          <a:endParaRPr lang="en-US" dirty="0"/>
        </a:p>
      </dgm:t>
    </dgm:pt>
    <dgm:pt modelId="{4DB5BF21-F55A-4649-AC30-63F77042AB2F}" type="parTrans" cxnId="{ABE92643-FD95-4046-8DC4-F68E4D9E71FC}">
      <dgm:prSet/>
      <dgm:spPr/>
      <dgm:t>
        <a:bodyPr/>
        <a:lstStyle/>
        <a:p>
          <a:endParaRPr lang="en-US"/>
        </a:p>
      </dgm:t>
    </dgm:pt>
    <dgm:pt modelId="{3E682812-51BD-44E3-8086-92F45A49429E}" type="sibTrans" cxnId="{ABE92643-FD95-4046-8DC4-F68E4D9E71FC}">
      <dgm:prSet/>
      <dgm:spPr/>
      <dgm:t>
        <a:bodyPr/>
        <a:lstStyle/>
        <a:p>
          <a:endParaRPr lang="en-US"/>
        </a:p>
      </dgm:t>
    </dgm:pt>
    <dgm:pt modelId="{1FB7115A-10C1-48E5-BD78-A8C4D4201D0A}">
      <dgm:prSet/>
      <dgm:spPr/>
      <dgm:t>
        <a:bodyPr/>
        <a:lstStyle/>
        <a:p>
          <a:r>
            <a:rPr lang="en-US" dirty="0"/>
            <a:t>Simple baseline model</a:t>
          </a:r>
        </a:p>
      </dgm:t>
    </dgm:pt>
    <dgm:pt modelId="{0AE4B122-9978-42CF-880B-91B5A0B9C5B0}" type="parTrans" cxnId="{0293A518-6B36-4FE8-B339-16206310937D}">
      <dgm:prSet/>
      <dgm:spPr/>
      <dgm:t>
        <a:bodyPr/>
        <a:lstStyle/>
        <a:p>
          <a:endParaRPr lang="en-US"/>
        </a:p>
      </dgm:t>
    </dgm:pt>
    <dgm:pt modelId="{1EE5799C-A03B-4FBA-829A-63498FDBDCC2}" type="sibTrans" cxnId="{0293A518-6B36-4FE8-B339-16206310937D}">
      <dgm:prSet/>
      <dgm:spPr/>
      <dgm:t>
        <a:bodyPr/>
        <a:lstStyle/>
        <a:p>
          <a:endParaRPr lang="en-US"/>
        </a:p>
      </dgm:t>
    </dgm:pt>
    <dgm:pt modelId="{EE5A23F0-BCD0-4612-A069-18031323FA6C}">
      <dgm:prSet/>
      <dgm:spPr/>
      <dgm:t>
        <a:bodyPr/>
        <a:lstStyle/>
        <a:p>
          <a:r>
            <a:rPr lang="en-US" b="1" dirty="0"/>
            <a:t>Random Forest Regressor</a:t>
          </a:r>
          <a:endParaRPr lang="en-US" dirty="0"/>
        </a:p>
      </dgm:t>
    </dgm:pt>
    <dgm:pt modelId="{D2D371C8-B8B1-4D36-9937-5786704F4048}" type="parTrans" cxnId="{13B68F70-EAB5-4D5F-AA3D-F5518B730714}">
      <dgm:prSet/>
      <dgm:spPr/>
      <dgm:t>
        <a:bodyPr/>
        <a:lstStyle/>
        <a:p>
          <a:endParaRPr lang="en-US"/>
        </a:p>
      </dgm:t>
    </dgm:pt>
    <dgm:pt modelId="{553F83A9-4C20-4C74-A5DE-C826C6842EDB}" type="sibTrans" cxnId="{13B68F70-EAB5-4D5F-AA3D-F5518B730714}">
      <dgm:prSet/>
      <dgm:spPr/>
      <dgm:t>
        <a:bodyPr/>
        <a:lstStyle/>
        <a:p>
          <a:endParaRPr lang="en-US"/>
        </a:p>
      </dgm:t>
    </dgm:pt>
    <dgm:pt modelId="{C6D2986F-0877-4678-A9B7-3718A3C3F283}">
      <dgm:prSet/>
      <dgm:spPr/>
      <dgm:t>
        <a:bodyPr/>
        <a:lstStyle/>
        <a:p>
          <a:r>
            <a:rPr lang="en-US" dirty="0"/>
            <a:t>Ensemble of decision trees</a:t>
          </a:r>
        </a:p>
      </dgm:t>
    </dgm:pt>
    <dgm:pt modelId="{B896A403-3A00-402E-A533-33639496C731}" type="parTrans" cxnId="{A497ECAA-B760-424D-A064-B03B2B71A61A}">
      <dgm:prSet/>
      <dgm:spPr/>
      <dgm:t>
        <a:bodyPr/>
        <a:lstStyle/>
        <a:p>
          <a:endParaRPr lang="en-US"/>
        </a:p>
      </dgm:t>
    </dgm:pt>
    <dgm:pt modelId="{19338932-C242-4D0D-8120-BA199A23AF13}" type="sibTrans" cxnId="{A497ECAA-B760-424D-A064-B03B2B71A61A}">
      <dgm:prSet/>
      <dgm:spPr/>
      <dgm:t>
        <a:bodyPr/>
        <a:lstStyle/>
        <a:p>
          <a:endParaRPr lang="en-US"/>
        </a:p>
      </dgm:t>
    </dgm:pt>
    <dgm:pt modelId="{19AB0E15-E0D2-49B8-8CFD-F313180F4E52}">
      <dgm:prSet/>
      <dgm:spPr/>
      <dgm:t>
        <a:bodyPr/>
        <a:lstStyle/>
        <a:p>
          <a:r>
            <a:rPr lang="en-US" b="1" dirty="0" err="1"/>
            <a:t>XGBoost</a:t>
          </a:r>
          <a:r>
            <a:rPr lang="en-US" b="1" dirty="0"/>
            <a:t> Regressor</a:t>
          </a:r>
          <a:endParaRPr lang="en-US" dirty="0"/>
        </a:p>
      </dgm:t>
    </dgm:pt>
    <dgm:pt modelId="{B53BEBCA-6590-4BB7-8AB0-F046897C0698}" type="parTrans" cxnId="{697CF89A-77EC-4DF7-ABD8-8AEC98387EDE}">
      <dgm:prSet/>
      <dgm:spPr/>
      <dgm:t>
        <a:bodyPr/>
        <a:lstStyle/>
        <a:p>
          <a:endParaRPr lang="en-US"/>
        </a:p>
      </dgm:t>
    </dgm:pt>
    <dgm:pt modelId="{B6E85132-A3FF-496B-A350-AB49AE51789D}" type="sibTrans" cxnId="{697CF89A-77EC-4DF7-ABD8-8AEC98387EDE}">
      <dgm:prSet/>
      <dgm:spPr/>
      <dgm:t>
        <a:bodyPr/>
        <a:lstStyle/>
        <a:p>
          <a:endParaRPr lang="en-US"/>
        </a:p>
      </dgm:t>
    </dgm:pt>
    <dgm:pt modelId="{6FE4B522-29E2-47FD-BD17-504AB5957DD5}">
      <dgm:prSet/>
      <dgm:spPr/>
      <dgm:t>
        <a:bodyPr/>
        <a:lstStyle/>
        <a:p>
          <a:r>
            <a:rPr lang="en-US" dirty="0"/>
            <a:t>Gradient boosting technique with high accuracy</a:t>
          </a:r>
        </a:p>
      </dgm:t>
    </dgm:pt>
    <dgm:pt modelId="{E65A9107-8644-4622-A212-07D076C32344}" type="parTrans" cxnId="{0EF88EE5-635C-48D2-9363-B8E456334141}">
      <dgm:prSet/>
      <dgm:spPr/>
      <dgm:t>
        <a:bodyPr/>
        <a:lstStyle/>
        <a:p>
          <a:endParaRPr lang="en-US"/>
        </a:p>
      </dgm:t>
    </dgm:pt>
    <dgm:pt modelId="{CFD0B85F-0A71-4E7E-99F2-E83C35FABBAA}" type="sibTrans" cxnId="{0EF88EE5-635C-48D2-9363-B8E456334141}">
      <dgm:prSet/>
      <dgm:spPr/>
      <dgm:t>
        <a:bodyPr/>
        <a:lstStyle/>
        <a:p>
          <a:endParaRPr lang="en-US"/>
        </a:p>
      </dgm:t>
    </dgm:pt>
    <dgm:pt modelId="{44771DDF-ED75-4082-A7E4-ED16B1DCBE8B}">
      <dgm:prSet/>
      <dgm:spPr/>
      <dgm:t>
        <a:bodyPr/>
        <a:lstStyle/>
        <a:p>
          <a:r>
            <a:rPr lang="en-US" b="1" dirty="0"/>
            <a:t>Neural</a:t>
          </a:r>
          <a:r>
            <a:rPr lang="en-US" dirty="0"/>
            <a:t> </a:t>
          </a:r>
          <a:r>
            <a:rPr lang="en-US" b="1" dirty="0"/>
            <a:t>Networks</a:t>
          </a:r>
        </a:p>
      </dgm:t>
    </dgm:pt>
    <dgm:pt modelId="{C09A6F12-DD4E-4BF1-8E12-EB0A07BF0036}" type="sibTrans" cxnId="{6085B350-4696-4131-9043-7050712CDE64}">
      <dgm:prSet/>
      <dgm:spPr/>
      <dgm:t>
        <a:bodyPr/>
        <a:lstStyle/>
        <a:p>
          <a:endParaRPr lang="en-US"/>
        </a:p>
      </dgm:t>
    </dgm:pt>
    <dgm:pt modelId="{052A48D9-5185-4792-9BD4-CA7F6E2123C0}" type="parTrans" cxnId="{6085B350-4696-4131-9043-7050712CDE64}">
      <dgm:prSet/>
      <dgm:spPr/>
      <dgm:t>
        <a:bodyPr/>
        <a:lstStyle/>
        <a:p>
          <a:endParaRPr lang="en-US"/>
        </a:p>
      </dgm:t>
    </dgm:pt>
    <dgm:pt modelId="{93348D0D-7FC5-4153-9259-D1CA2101E727}">
      <dgm:prSet/>
      <dgm:spPr/>
      <dgm:t>
        <a:bodyPr/>
        <a:lstStyle/>
        <a:p>
          <a:r>
            <a:rPr lang="en-US" b="0" dirty="0"/>
            <a:t>Artificial Neural Network</a:t>
          </a:r>
        </a:p>
      </dgm:t>
    </dgm:pt>
    <dgm:pt modelId="{0ABA33EF-115A-483F-872B-A45CBEB2BE03}" type="parTrans" cxnId="{D1BD2AC6-61A2-4498-B299-512FAEEBC2F4}">
      <dgm:prSet/>
      <dgm:spPr/>
      <dgm:t>
        <a:bodyPr/>
        <a:lstStyle/>
        <a:p>
          <a:endParaRPr lang="en-US"/>
        </a:p>
      </dgm:t>
    </dgm:pt>
    <dgm:pt modelId="{01C69C57-C0C5-46BD-A1BC-134A0C45071F}" type="sibTrans" cxnId="{D1BD2AC6-61A2-4498-B299-512FAEEBC2F4}">
      <dgm:prSet/>
      <dgm:spPr/>
      <dgm:t>
        <a:bodyPr/>
        <a:lstStyle/>
        <a:p>
          <a:endParaRPr lang="en-US"/>
        </a:p>
      </dgm:t>
    </dgm:pt>
    <dgm:pt modelId="{CB7B2261-9B7F-405C-BDEC-A4918108F499}" type="pres">
      <dgm:prSet presAssocID="{29A28CB9-D570-41D8-888E-69778BA076EC}" presName="Name0" presStyleCnt="0">
        <dgm:presLayoutVars>
          <dgm:dir/>
          <dgm:animLvl val="lvl"/>
          <dgm:resizeHandles val="exact"/>
        </dgm:presLayoutVars>
      </dgm:prSet>
      <dgm:spPr/>
    </dgm:pt>
    <dgm:pt modelId="{55A364D1-841C-43C9-B08E-390305858C56}" type="pres">
      <dgm:prSet presAssocID="{31CD50C7-C65B-4D23-A192-EA102158017C}" presName="linNode" presStyleCnt="0"/>
      <dgm:spPr/>
    </dgm:pt>
    <dgm:pt modelId="{ED1C412F-9804-4EC8-86C4-B4A056071845}" type="pres">
      <dgm:prSet presAssocID="{31CD50C7-C65B-4D23-A192-EA102158017C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87C85D61-6F60-4A4D-8124-B92789A988C0}" type="pres">
      <dgm:prSet presAssocID="{31CD50C7-C65B-4D23-A192-EA102158017C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95101016-BFD7-4BE3-9EDE-AC74C9754D3E}" type="presOf" srcId="{93348D0D-7FC5-4153-9259-D1CA2101E727}" destId="{87C85D61-6F60-4A4D-8124-B92789A988C0}" srcOrd="0" destOrd="3" presId="urn:microsoft.com/office/officeart/2005/8/layout/vList5"/>
    <dgm:cxn modelId="{0293A518-6B36-4FE8-B339-16206310937D}" srcId="{0E5B5990-B023-4E80-AD20-808B19238411}" destId="{1FB7115A-10C1-48E5-BD78-A8C4D4201D0A}" srcOrd="0" destOrd="0" parTransId="{0AE4B122-9978-42CF-880B-91B5A0B9C5B0}" sibTransId="{1EE5799C-A03B-4FBA-829A-63498FDBDCC2}"/>
    <dgm:cxn modelId="{67589C28-4815-4224-9EC5-D4AB6DC6FDD7}" type="presOf" srcId="{31CD50C7-C65B-4D23-A192-EA102158017C}" destId="{ED1C412F-9804-4EC8-86C4-B4A056071845}" srcOrd="0" destOrd="0" presId="urn:microsoft.com/office/officeart/2005/8/layout/vList5"/>
    <dgm:cxn modelId="{1692862B-D0D7-40AB-84F7-1B8CF971A76F}" type="presOf" srcId="{1FB7115A-10C1-48E5-BD78-A8C4D4201D0A}" destId="{87C85D61-6F60-4A4D-8124-B92789A988C0}" srcOrd="0" destOrd="1" presId="urn:microsoft.com/office/officeart/2005/8/layout/vList5"/>
    <dgm:cxn modelId="{9187A235-1771-45D3-A8A8-3D40CA4CE983}" type="presOf" srcId="{0E5B5990-B023-4E80-AD20-808B19238411}" destId="{87C85D61-6F60-4A4D-8124-B92789A988C0}" srcOrd="0" destOrd="0" presId="urn:microsoft.com/office/officeart/2005/8/layout/vList5"/>
    <dgm:cxn modelId="{FFEA1C36-810E-4E03-B918-4B3AE08CF56D}" type="presOf" srcId="{44771DDF-ED75-4082-A7E4-ED16B1DCBE8B}" destId="{87C85D61-6F60-4A4D-8124-B92789A988C0}" srcOrd="0" destOrd="2" presId="urn:microsoft.com/office/officeart/2005/8/layout/vList5"/>
    <dgm:cxn modelId="{ABE92643-FD95-4046-8DC4-F68E4D9E71FC}" srcId="{31CD50C7-C65B-4D23-A192-EA102158017C}" destId="{0E5B5990-B023-4E80-AD20-808B19238411}" srcOrd="0" destOrd="0" parTransId="{4DB5BF21-F55A-4649-AC30-63F77042AB2F}" sibTransId="{3E682812-51BD-44E3-8086-92F45A49429E}"/>
    <dgm:cxn modelId="{13B68F70-EAB5-4D5F-AA3D-F5518B730714}" srcId="{31CD50C7-C65B-4D23-A192-EA102158017C}" destId="{EE5A23F0-BCD0-4612-A069-18031323FA6C}" srcOrd="2" destOrd="0" parTransId="{D2D371C8-B8B1-4D36-9937-5786704F4048}" sibTransId="{553F83A9-4C20-4C74-A5DE-C826C6842EDB}"/>
    <dgm:cxn modelId="{6085B350-4696-4131-9043-7050712CDE64}" srcId="{31CD50C7-C65B-4D23-A192-EA102158017C}" destId="{44771DDF-ED75-4082-A7E4-ED16B1DCBE8B}" srcOrd="1" destOrd="0" parTransId="{052A48D9-5185-4792-9BD4-CA7F6E2123C0}" sibTransId="{C09A6F12-DD4E-4BF1-8E12-EB0A07BF0036}"/>
    <dgm:cxn modelId="{45AF655A-3F25-461B-81C6-39CED8766768}" type="presOf" srcId="{29A28CB9-D570-41D8-888E-69778BA076EC}" destId="{CB7B2261-9B7F-405C-BDEC-A4918108F499}" srcOrd="0" destOrd="0" presId="urn:microsoft.com/office/officeart/2005/8/layout/vList5"/>
    <dgm:cxn modelId="{697CF89A-77EC-4DF7-ABD8-8AEC98387EDE}" srcId="{31CD50C7-C65B-4D23-A192-EA102158017C}" destId="{19AB0E15-E0D2-49B8-8CFD-F313180F4E52}" srcOrd="3" destOrd="0" parTransId="{B53BEBCA-6590-4BB7-8AB0-F046897C0698}" sibTransId="{B6E85132-A3FF-496B-A350-AB49AE51789D}"/>
    <dgm:cxn modelId="{668F3D9D-CFC5-4466-8132-1357D4C25898}" type="presOf" srcId="{C6D2986F-0877-4678-A9B7-3718A3C3F283}" destId="{87C85D61-6F60-4A4D-8124-B92789A988C0}" srcOrd="0" destOrd="5" presId="urn:microsoft.com/office/officeart/2005/8/layout/vList5"/>
    <dgm:cxn modelId="{A497ECAA-B760-424D-A064-B03B2B71A61A}" srcId="{EE5A23F0-BCD0-4612-A069-18031323FA6C}" destId="{C6D2986F-0877-4678-A9B7-3718A3C3F283}" srcOrd="0" destOrd="0" parTransId="{B896A403-3A00-402E-A533-33639496C731}" sibTransId="{19338932-C242-4D0D-8120-BA199A23AF13}"/>
    <dgm:cxn modelId="{A6FD4EB7-57AC-478D-92B5-5C82AAFF5B90}" type="presOf" srcId="{6FE4B522-29E2-47FD-BD17-504AB5957DD5}" destId="{87C85D61-6F60-4A4D-8124-B92789A988C0}" srcOrd="0" destOrd="7" presId="urn:microsoft.com/office/officeart/2005/8/layout/vList5"/>
    <dgm:cxn modelId="{D1BD2AC6-61A2-4498-B299-512FAEEBC2F4}" srcId="{44771DDF-ED75-4082-A7E4-ED16B1DCBE8B}" destId="{93348D0D-7FC5-4153-9259-D1CA2101E727}" srcOrd="0" destOrd="0" parTransId="{0ABA33EF-115A-483F-872B-A45CBEB2BE03}" sibTransId="{01C69C57-C0C5-46BD-A1BC-134A0C45071F}"/>
    <dgm:cxn modelId="{D27C8BDA-8D8F-4E97-8215-D2228E54AF00}" type="presOf" srcId="{19AB0E15-E0D2-49B8-8CFD-F313180F4E52}" destId="{87C85D61-6F60-4A4D-8124-B92789A988C0}" srcOrd="0" destOrd="6" presId="urn:microsoft.com/office/officeart/2005/8/layout/vList5"/>
    <dgm:cxn modelId="{EBABE8E1-E90B-4D18-B59B-482D9F244B68}" srcId="{29A28CB9-D570-41D8-888E-69778BA076EC}" destId="{31CD50C7-C65B-4D23-A192-EA102158017C}" srcOrd="0" destOrd="0" parTransId="{89D2FA4D-7952-4BBB-903D-E2AE53D5EDCD}" sibTransId="{1DD6F01D-7B92-4A9F-9ABA-E1FEC1543511}"/>
    <dgm:cxn modelId="{0EF88EE5-635C-48D2-9363-B8E456334141}" srcId="{19AB0E15-E0D2-49B8-8CFD-F313180F4E52}" destId="{6FE4B522-29E2-47FD-BD17-504AB5957DD5}" srcOrd="0" destOrd="0" parTransId="{E65A9107-8644-4622-A212-07D076C32344}" sibTransId="{CFD0B85F-0A71-4E7E-99F2-E83C35FABBAA}"/>
    <dgm:cxn modelId="{52FB5EFC-732B-4FF8-8005-2B0467C5D97C}" type="presOf" srcId="{EE5A23F0-BCD0-4612-A069-18031323FA6C}" destId="{87C85D61-6F60-4A4D-8124-B92789A988C0}" srcOrd="0" destOrd="4" presId="urn:microsoft.com/office/officeart/2005/8/layout/vList5"/>
    <dgm:cxn modelId="{C8DE65A8-668E-4A08-95CB-88F8F4027DB9}" type="presParOf" srcId="{CB7B2261-9B7F-405C-BDEC-A4918108F499}" destId="{55A364D1-841C-43C9-B08E-390305858C56}" srcOrd="0" destOrd="0" presId="urn:microsoft.com/office/officeart/2005/8/layout/vList5"/>
    <dgm:cxn modelId="{2C194A82-E4C9-4AF5-86F5-1BF23B0EF01B}" type="presParOf" srcId="{55A364D1-841C-43C9-B08E-390305858C56}" destId="{ED1C412F-9804-4EC8-86C4-B4A056071845}" srcOrd="0" destOrd="0" presId="urn:microsoft.com/office/officeart/2005/8/layout/vList5"/>
    <dgm:cxn modelId="{061DE5BB-EC32-43CC-9044-58576C5AF69B}" type="presParOf" srcId="{55A364D1-841C-43C9-B08E-390305858C56}" destId="{87C85D61-6F60-4A4D-8124-B92789A988C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3A9E15-F45B-4E88-877B-D3F34FCB0E93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A75A117-67D2-4CCE-B888-AA407679B1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Week 1:</a:t>
          </a:r>
          <a:r>
            <a:rPr lang="en-US" dirty="0"/>
            <a:t> Dataset collection, merging &amp; initial inspection</a:t>
          </a:r>
        </a:p>
      </dgm:t>
    </dgm:pt>
    <dgm:pt modelId="{C0D4C82D-3FEE-4FEC-9919-C0552942A0A0}" type="parTrans" cxnId="{8E759A47-7DD6-4849-AE40-3733CF7A054B}">
      <dgm:prSet/>
      <dgm:spPr/>
      <dgm:t>
        <a:bodyPr/>
        <a:lstStyle/>
        <a:p>
          <a:endParaRPr lang="en-US"/>
        </a:p>
      </dgm:t>
    </dgm:pt>
    <dgm:pt modelId="{2361FC13-9A25-45B0-B0CE-A3E599C6B7E2}" type="sibTrans" cxnId="{8E759A47-7DD6-4849-AE40-3733CF7A054B}">
      <dgm:prSet/>
      <dgm:spPr/>
      <dgm:t>
        <a:bodyPr/>
        <a:lstStyle/>
        <a:p>
          <a:endParaRPr lang="en-US"/>
        </a:p>
      </dgm:t>
    </dgm:pt>
    <dgm:pt modelId="{405A02C8-69AE-4843-8FB9-22A89DBFB6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Week 2:</a:t>
          </a:r>
          <a:r>
            <a:rPr lang="en-US"/>
            <a:t> Data cleaning, preprocessing &amp; feature engineering</a:t>
          </a:r>
        </a:p>
      </dgm:t>
    </dgm:pt>
    <dgm:pt modelId="{EC725C73-ABFD-4E74-8F27-1FAEC337FE1E}" type="parTrans" cxnId="{68E98EFD-B702-4CEF-A0E4-1A895C86F625}">
      <dgm:prSet/>
      <dgm:spPr/>
      <dgm:t>
        <a:bodyPr/>
        <a:lstStyle/>
        <a:p>
          <a:endParaRPr lang="en-US"/>
        </a:p>
      </dgm:t>
    </dgm:pt>
    <dgm:pt modelId="{61F485E6-9456-48B3-B11D-4111289454C6}" type="sibTrans" cxnId="{68E98EFD-B702-4CEF-A0E4-1A895C86F625}">
      <dgm:prSet/>
      <dgm:spPr/>
      <dgm:t>
        <a:bodyPr/>
        <a:lstStyle/>
        <a:p>
          <a:endParaRPr lang="en-US"/>
        </a:p>
      </dgm:t>
    </dgm:pt>
    <dgm:pt modelId="{E3CAACD0-A49F-4845-835E-A7873CA866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Week 3:</a:t>
          </a:r>
          <a:r>
            <a:rPr lang="en-US"/>
            <a:t> Exploratory Data Analysis (EDA) + correlation analysis</a:t>
          </a:r>
        </a:p>
      </dgm:t>
    </dgm:pt>
    <dgm:pt modelId="{019C1BE4-2C21-45AA-9B1F-C592725EAFA0}" type="parTrans" cxnId="{16F8581D-BD25-4C04-A7CB-ECFC04F41E19}">
      <dgm:prSet/>
      <dgm:spPr/>
      <dgm:t>
        <a:bodyPr/>
        <a:lstStyle/>
        <a:p>
          <a:endParaRPr lang="en-US"/>
        </a:p>
      </dgm:t>
    </dgm:pt>
    <dgm:pt modelId="{75A5B190-060D-4BC3-B9B8-34194836AFF5}" type="sibTrans" cxnId="{16F8581D-BD25-4C04-A7CB-ECFC04F41E19}">
      <dgm:prSet/>
      <dgm:spPr/>
      <dgm:t>
        <a:bodyPr/>
        <a:lstStyle/>
        <a:p>
          <a:endParaRPr lang="en-US"/>
        </a:p>
      </dgm:t>
    </dgm:pt>
    <dgm:pt modelId="{4BB9E527-4F26-49D3-BF83-C015014639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Week 4:</a:t>
          </a:r>
          <a:r>
            <a:rPr lang="en-US"/>
            <a:t> Train multiple ML models (Linear + Tree-based models)</a:t>
          </a:r>
        </a:p>
      </dgm:t>
    </dgm:pt>
    <dgm:pt modelId="{62027174-3BFA-4EA4-8CD7-5950E7CB1E53}" type="parTrans" cxnId="{7B58D082-AC7B-4E70-A94A-C8D5D59B7468}">
      <dgm:prSet/>
      <dgm:spPr/>
      <dgm:t>
        <a:bodyPr/>
        <a:lstStyle/>
        <a:p>
          <a:endParaRPr lang="en-US"/>
        </a:p>
      </dgm:t>
    </dgm:pt>
    <dgm:pt modelId="{93250023-0681-4FF1-B304-D7B33A5E8705}" type="sibTrans" cxnId="{7B58D082-AC7B-4E70-A94A-C8D5D59B7468}">
      <dgm:prSet/>
      <dgm:spPr/>
      <dgm:t>
        <a:bodyPr/>
        <a:lstStyle/>
        <a:p>
          <a:endParaRPr lang="en-US"/>
        </a:p>
      </dgm:t>
    </dgm:pt>
    <dgm:pt modelId="{D04F047F-DCD6-427A-BA62-60D279BB29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Week 5:</a:t>
          </a:r>
          <a:r>
            <a:rPr lang="en-US"/>
            <a:t> Model evaluation (MAE) + best model selection (XGBoost)</a:t>
          </a:r>
        </a:p>
      </dgm:t>
    </dgm:pt>
    <dgm:pt modelId="{01384374-6A89-4724-BC0E-857B203EACC8}" type="parTrans" cxnId="{21167C47-8F61-4D7E-BA9E-486C9A899EB5}">
      <dgm:prSet/>
      <dgm:spPr/>
      <dgm:t>
        <a:bodyPr/>
        <a:lstStyle/>
        <a:p>
          <a:endParaRPr lang="en-US"/>
        </a:p>
      </dgm:t>
    </dgm:pt>
    <dgm:pt modelId="{BFFB01BE-ED98-4B0C-BFCC-CC3A1950EB77}" type="sibTrans" cxnId="{21167C47-8F61-4D7E-BA9E-486C9A899EB5}">
      <dgm:prSet/>
      <dgm:spPr/>
      <dgm:t>
        <a:bodyPr/>
        <a:lstStyle/>
        <a:p>
          <a:endParaRPr lang="en-US"/>
        </a:p>
      </dgm:t>
    </dgm:pt>
    <dgm:pt modelId="{57A6249C-8D24-4742-8FD2-D46BCA3023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Week 6:</a:t>
          </a:r>
          <a:r>
            <a:rPr lang="en-US"/>
            <a:t> Final testing, results documentation &amp; final presentation preparation</a:t>
          </a:r>
        </a:p>
      </dgm:t>
    </dgm:pt>
    <dgm:pt modelId="{B1F1062B-1D4B-4C27-AF28-6CE462980D23}" type="parTrans" cxnId="{31FD4D9E-9686-46F5-A060-2382A00D3221}">
      <dgm:prSet/>
      <dgm:spPr/>
      <dgm:t>
        <a:bodyPr/>
        <a:lstStyle/>
        <a:p>
          <a:endParaRPr lang="en-US"/>
        </a:p>
      </dgm:t>
    </dgm:pt>
    <dgm:pt modelId="{70227C37-9784-4132-ADAA-30077B0E8AB0}" type="sibTrans" cxnId="{31FD4D9E-9686-46F5-A060-2382A00D3221}">
      <dgm:prSet/>
      <dgm:spPr/>
      <dgm:t>
        <a:bodyPr/>
        <a:lstStyle/>
        <a:p>
          <a:endParaRPr lang="en-US"/>
        </a:p>
      </dgm:t>
    </dgm:pt>
    <dgm:pt modelId="{5F60BB5D-B886-4850-843B-0B3039C7D5E2}" type="pres">
      <dgm:prSet presAssocID="{DA3A9E15-F45B-4E88-877B-D3F34FCB0E93}" presName="root" presStyleCnt="0">
        <dgm:presLayoutVars>
          <dgm:dir/>
          <dgm:resizeHandles val="exact"/>
        </dgm:presLayoutVars>
      </dgm:prSet>
      <dgm:spPr/>
    </dgm:pt>
    <dgm:pt modelId="{EE7C845E-19A5-4D4F-91C0-F36491EE3BEC}" type="pres">
      <dgm:prSet presAssocID="{4A75A117-67D2-4CCE-B888-AA407679B1B9}" presName="compNode" presStyleCnt="0"/>
      <dgm:spPr/>
    </dgm:pt>
    <dgm:pt modelId="{E8BA5319-F7F5-4701-9903-59AED2A42D04}" type="pres">
      <dgm:prSet presAssocID="{4A75A117-67D2-4CCE-B888-AA407679B1B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61ABDBC-9452-40FD-B449-5A84A877566B}" type="pres">
      <dgm:prSet presAssocID="{4A75A117-67D2-4CCE-B888-AA407679B1B9}" presName="spaceRect" presStyleCnt="0"/>
      <dgm:spPr/>
    </dgm:pt>
    <dgm:pt modelId="{F1705D30-052F-4B78-9821-A92089867E91}" type="pres">
      <dgm:prSet presAssocID="{4A75A117-67D2-4CCE-B888-AA407679B1B9}" presName="textRect" presStyleLbl="revTx" presStyleIdx="0" presStyleCnt="6">
        <dgm:presLayoutVars>
          <dgm:chMax val="1"/>
          <dgm:chPref val="1"/>
        </dgm:presLayoutVars>
      </dgm:prSet>
      <dgm:spPr/>
    </dgm:pt>
    <dgm:pt modelId="{DE115568-0983-4E65-ADD0-C2EDBEB983B2}" type="pres">
      <dgm:prSet presAssocID="{2361FC13-9A25-45B0-B0CE-A3E599C6B7E2}" presName="sibTrans" presStyleCnt="0"/>
      <dgm:spPr/>
    </dgm:pt>
    <dgm:pt modelId="{20C9DE73-C494-4A8F-BEAE-061FD048F865}" type="pres">
      <dgm:prSet presAssocID="{405A02C8-69AE-4843-8FB9-22A89DBFB623}" presName="compNode" presStyleCnt="0"/>
      <dgm:spPr/>
    </dgm:pt>
    <dgm:pt modelId="{4F8AEC09-3BAC-479E-8121-7F329EC8BDD4}" type="pres">
      <dgm:prSet presAssocID="{405A02C8-69AE-4843-8FB9-22A89DBFB62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C42E220E-07CF-4AFB-BDCD-2C29E76779E9}" type="pres">
      <dgm:prSet presAssocID="{405A02C8-69AE-4843-8FB9-22A89DBFB623}" presName="spaceRect" presStyleCnt="0"/>
      <dgm:spPr/>
    </dgm:pt>
    <dgm:pt modelId="{EEF9D84B-DADF-4934-92E2-07D9E44684E0}" type="pres">
      <dgm:prSet presAssocID="{405A02C8-69AE-4843-8FB9-22A89DBFB623}" presName="textRect" presStyleLbl="revTx" presStyleIdx="1" presStyleCnt="6">
        <dgm:presLayoutVars>
          <dgm:chMax val="1"/>
          <dgm:chPref val="1"/>
        </dgm:presLayoutVars>
      </dgm:prSet>
      <dgm:spPr/>
    </dgm:pt>
    <dgm:pt modelId="{028BC4E0-73F4-485C-AAB2-51CEBA98E87A}" type="pres">
      <dgm:prSet presAssocID="{61F485E6-9456-48B3-B11D-4111289454C6}" presName="sibTrans" presStyleCnt="0"/>
      <dgm:spPr/>
    </dgm:pt>
    <dgm:pt modelId="{843850C9-7E2E-46C6-8A7C-4B33E8C8DA4D}" type="pres">
      <dgm:prSet presAssocID="{E3CAACD0-A49F-4845-835E-A7873CA86646}" presName="compNode" presStyleCnt="0"/>
      <dgm:spPr/>
    </dgm:pt>
    <dgm:pt modelId="{FF766415-607A-4221-89FA-6068C36500D4}" type="pres">
      <dgm:prSet presAssocID="{E3CAACD0-A49F-4845-835E-A7873CA8664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334CC89-F0E4-4725-87DD-6AC1B1698CC8}" type="pres">
      <dgm:prSet presAssocID="{E3CAACD0-A49F-4845-835E-A7873CA86646}" presName="spaceRect" presStyleCnt="0"/>
      <dgm:spPr/>
    </dgm:pt>
    <dgm:pt modelId="{32E4D0D2-273A-434F-BF3A-61828F8BB33F}" type="pres">
      <dgm:prSet presAssocID="{E3CAACD0-A49F-4845-835E-A7873CA86646}" presName="textRect" presStyleLbl="revTx" presStyleIdx="2" presStyleCnt="6">
        <dgm:presLayoutVars>
          <dgm:chMax val="1"/>
          <dgm:chPref val="1"/>
        </dgm:presLayoutVars>
      </dgm:prSet>
      <dgm:spPr/>
    </dgm:pt>
    <dgm:pt modelId="{59AA0D1E-A7E8-44B7-BEB3-3DA9AA7FC70A}" type="pres">
      <dgm:prSet presAssocID="{75A5B190-060D-4BC3-B9B8-34194836AFF5}" presName="sibTrans" presStyleCnt="0"/>
      <dgm:spPr/>
    </dgm:pt>
    <dgm:pt modelId="{A0D8A433-E8B4-4B49-92C7-6110CB0CAF13}" type="pres">
      <dgm:prSet presAssocID="{4BB9E527-4F26-49D3-BF83-C015014639A4}" presName="compNode" presStyleCnt="0"/>
      <dgm:spPr/>
    </dgm:pt>
    <dgm:pt modelId="{A12A05C0-B213-4B8A-BDA1-3336845F4AED}" type="pres">
      <dgm:prSet presAssocID="{4BB9E527-4F26-49D3-BF83-C015014639A4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F04B7EFF-99B9-4E2C-A8E3-99F2850579C7}" type="pres">
      <dgm:prSet presAssocID="{4BB9E527-4F26-49D3-BF83-C015014639A4}" presName="spaceRect" presStyleCnt="0"/>
      <dgm:spPr/>
    </dgm:pt>
    <dgm:pt modelId="{086BFC85-BD81-4D5C-B8A8-632CF4404FE0}" type="pres">
      <dgm:prSet presAssocID="{4BB9E527-4F26-49D3-BF83-C015014639A4}" presName="textRect" presStyleLbl="revTx" presStyleIdx="3" presStyleCnt="6">
        <dgm:presLayoutVars>
          <dgm:chMax val="1"/>
          <dgm:chPref val="1"/>
        </dgm:presLayoutVars>
      </dgm:prSet>
      <dgm:spPr/>
    </dgm:pt>
    <dgm:pt modelId="{ECD13AB4-F135-40ED-920E-F2374E65031F}" type="pres">
      <dgm:prSet presAssocID="{93250023-0681-4FF1-B304-D7B33A5E8705}" presName="sibTrans" presStyleCnt="0"/>
      <dgm:spPr/>
    </dgm:pt>
    <dgm:pt modelId="{B81B6493-730D-40F5-94AA-DBEE2B30B85B}" type="pres">
      <dgm:prSet presAssocID="{D04F047F-DCD6-427A-BA62-60D279BB292F}" presName="compNode" presStyleCnt="0"/>
      <dgm:spPr/>
    </dgm:pt>
    <dgm:pt modelId="{DEDFE57F-05C8-4C5A-A519-45D5E30EE0E7}" type="pres">
      <dgm:prSet presAssocID="{D04F047F-DCD6-427A-BA62-60D279BB292F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9CE5C9FC-7C5A-4E0E-8E45-49B1E6F3D73A}" type="pres">
      <dgm:prSet presAssocID="{D04F047F-DCD6-427A-BA62-60D279BB292F}" presName="spaceRect" presStyleCnt="0"/>
      <dgm:spPr/>
    </dgm:pt>
    <dgm:pt modelId="{44B49FAF-E246-4E00-A9A1-14882F684764}" type="pres">
      <dgm:prSet presAssocID="{D04F047F-DCD6-427A-BA62-60D279BB292F}" presName="textRect" presStyleLbl="revTx" presStyleIdx="4" presStyleCnt="6">
        <dgm:presLayoutVars>
          <dgm:chMax val="1"/>
          <dgm:chPref val="1"/>
        </dgm:presLayoutVars>
      </dgm:prSet>
      <dgm:spPr/>
    </dgm:pt>
    <dgm:pt modelId="{BE717EB3-A05F-42DB-B08D-9915D7D157F6}" type="pres">
      <dgm:prSet presAssocID="{BFFB01BE-ED98-4B0C-BFCC-CC3A1950EB77}" presName="sibTrans" presStyleCnt="0"/>
      <dgm:spPr/>
    </dgm:pt>
    <dgm:pt modelId="{DD262FD9-2499-4EEC-80E3-FE8158483427}" type="pres">
      <dgm:prSet presAssocID="{57A6249C-8D24-4742-8FD2-D46BCA30238B}" presName="compNode" presStyleCnt="0"/>
      <dgm:spPr/>
    </dgm:pt>
    <dgm:pt modelId="{D718D8D4-A65A-40CB-AF7D-D693F11AE382}" type="pres">
      <dgm:prSet presAssocID="{57A6249C-8D24-4742-8FD2-D46BCA30238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BF486A38-2BD0-4ED0-9D90-6EC7C3159E38}" type="pres">
      <dgm:prSet presAssocID="{57A6249C-8D24-4742-8FD2-D46BCA30238B}" presName="spaceRect" presStyleCnt="0"/>
      <dgm:spPr/>
    </dgm:pt>
    <dgm:pt modelId="{9DE1A572-6D24-42A5-809B-B87668E85B6B}" type="pres">
      <dgm:prSet presAssocID="{57A6249C-8D24-4742-8FD2-D46BCA30238B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16F8581D-BD25-4C04-A7CB-ECFC04F41E19}" srcId="{DA3A9E15-F45B-4E88-877B-D3F34FCB0E93}" destId="{E3CAACD0-A49F-4845-835E-A7873CA86646}" srcOrd="2" destOrd="0" parTransId="{019C1BE4-2C21-45AA-9B1F-C592725EAFA0}" sibTransId="{75A5B190-060D-4BC3-B9B8-34194836AFF5}"/>
    <dgm:cxn modelId="{21167C47-8F61-4D7E-BA9E-486C9A899EB5}" srcId="{DA3A9E15-F45B-4E88-877B-D3F34FCB0E93}" destId="{D04F047F-DCD6-427A-BA62-60D279BB292F}" srcOrd="4" destOrd="0" parTransId="{01384374-6A89-4724-BC0E-857B203EACC8}" sibTransId="{BFFB01BE-ED98-4B0C-BFCC-CC3A1950EB77}"/>
    <dgm:cxn modelId="{8E759A47-7DD6-4849-AE40-3733CF7A054B}" srcId="{DA3A9E15-F45B-4E88-877B-D3F34FCB0E93}" destId="{4A75A117-67D2-4CCE-B888-AA407679B1B9}" srcOrd="0" destOrd="0" parTransId="{C0D4C82D-3FEE-4FEC-9919-C0552942A0A0}" sibTransId="{2361FC13-9A25-45B0-B0CE-A3E599C6B7E2}"/>
    <dgm:cxn modelId="{FDA6327A-1601-4E89-8486-C8EF4B46DF4D}" type="presOf" srcId="{57A6249C-8D24-4742-8FD2-D46BCA30238B}" destId="{9DE1A572-6D24-42A5-809B-B87668E85B6B}" srcOrd="0" destOrd="0" presId="urn:microsoft.com/office/officeart/2018/2/layout/IconLabelList"/>
    <dgm:cxn modelId="{7B58D082-AC7B-4E70-A94A-C8D5D59B7468}" srcId="{DA3A9E15-F45B-4E88-877B-D3F34FCB0E93}" destId="{4BB9E527-4F26-49D3-BF83-C015014639A4}" srcOrd="3" destOrd="0" parTransId="{62027174-3BFA-4EA4-8CD7-5950E7CB1E53}" sibTransId="{93250023-0681-4FF1-B304-D7B33A5E8705}"/>
    <dgm:cxn modelId="{627F2D86-DBF9-43B5-8779-979327E0BE83}" type="presOf" srcId="{4BB9E527-4F26-49D3-BF83-C015014639A4}" destId="{086BFC85-BD81-4D5C-B8A8-632CF4404FE0}" srcOrd="0" destOrd="0" presId="urn:microsoft.com/office/officeart/2018/2/layout/IconLabelList"/>
    <dgm:cxn modelId="{F760C688-AC5F-46EB-889A-06B97A0F2008}" type="presOf" srcId="{405A02C8-69AE-4843-8FB9-22A89DBFB623}" destId="{EEF9D84B-DADF-4934-92E2-07D9E44684E0}" srcOrd="0" destOrd="0" presId="urn:microsoft.com/office/officeart/2018/2/layout/IconLabelList"/>
    <dgm:cxn modelId="{31FD4D9E-9686-46F5-A060-2382A00D3221}" srcId="{DA3A9E15-F45B-4E88-877B-D3F34FCB0E93}" destId="{57A6249C-8D24-4742-8FD2-D46BCA30238B}" srcOrd="5" destOrd="0" parTransId="{B1F1062B-1D4B-4C27-AF28-6CE462980D23}" sibTransId="{70227C37-9784-4132-ADAA-30077B0E8AB0}"/>
    <dgm:cxn modelId="{9654F7D7-7878-451C-8C1D-FA0B057CBDB4}" type="presOf" srcId="{D04F047F-DCD6-427A-BA62-60D279BB292F}" destId="{44B49FAF-E246-4E00-A9A1-14882F684764}" srcOrd="0" destOrd="0" presId="urn:microsoft.com/office/officeart/2018/2/layout/IconLabelList"/>
    <dgm:cxn modelId="{B9BF69D9-7E0B-4BA4-AE69-B3D968B9BF1E}" type="presOf" srcId="{E3CAACD0-A49F-4845-835E-A7873CA86646}" destId="{32E4D0D2-273A-434F-BF3A-61828F8BB33F}" srcOrd="0" destOrd="0" presId="urn:microsoft.com/office/officeart/2018/2/layout/IconLabelList"/>
    <dgm:cxn modelId="{DB9A1AE3-7C66-4623-90DC-2DBCB2D3636F}" type="presOf" srcId="{4A75A117-67D2-4CCE-B888-AA407679B1B9}" destId="{F1705D30-052F-4B78-9821-A92089867E91}" srcOrd="0" destOrd="0" presId="urn:microsoft.com/office/officeart/2018/2/layout/IconLabelList"/>
    <dgm:cxn modelId="{6B5BE6FB-F909-4F6B-9CE6-6367DF97D5AF}" type="presOf" srcId="{DA3A9E15-F45B-4E88-877B-D3F34FCB0E93}" destId="{5F60BB5D-B886-4850-843B-0B3039C7D5E2}" srcOrd="0" destOrd="0" presId="urn:microsoft.com/office/officeart/2018/2/layout/IconLabelList"/>
    <dgm:cxn modelId="{68E98EFD-B702-4CEF-A0E4-1A895C86F625}" srcId="{DA3A9E15-F45B-4E88-877B-D3F34FCB0E93}" destId="{405A02C8-69AE-4843-8FB9-22A89DBFB623}" srcOrd="1" destOrd="0" parTransId="{EC725C73-ABFD-4E74-8F27-1FAEC337FE1E}" sibTransId="{61F485E6-9456-48B3-B11D-4111289454C6}"/>
    <dgm:cxn modelId="{8C66778A-C866-406B-9A68-85389A12E508}" type="presParOf" srcId="{5F60BB5D-B886-4850-843B-0B3039C7D5E2}" destId="{EE7C845E-19A5-4D4F-91C0-F36491EE3BEC}" srcOrd="0" destOrd="0" presId="urn:microsoft.com/office/officeart/2018/2/layout/IconLabelList"/>
    <dgm:cxn modelId="{4272AB85-7892-4C08-8838-2E617B3A700A}" type="presParOf" srcId="{EE7C845E-19A5-4D4F-91C0-F36491EE3BEC}" destId="{E8BA5319-F7F5-4701-9903-59AED2A42D04}" srcOrd="0" destOrd="0" presId="urn:microsoft.com/office/officeart/2018/2/layout/IconLabelList"/>
    <dgm:cxn modelId="{280E9D0B-BF6D-4C8D-A790-121BCAC09F08}" type="presParOf" srcId="{EE7C845E-19A5-4D4F-91C0-F36491EE3BEC}" destId="{D61ABDBC-9452-40FD-B449-5A84A877566B}" srcOrd="1" destOrd="0" presId="urn:microsoft.com/office/officeart/2018/2/layout/IconLabelList"/>
    <dgm:cxn modelId="{4ED395BF-A8DA-46C9-B200-F22FA02F0D9F}" type="presParOf" srcId="{EE7C845E-19A5-4D4F-91C0-F36491EE3BEC}" destId="{F1705D30-052F-4B78-9821-A92089867E91}" srcOrd="2" destOrd="0" presId="urn:microsoft.com/office/officeart/2018/2/layout/IconLabelList"/>
    <dgm:cxn modelId="{A1CD9002-E3C2-4919-8758-3DCB6746966F}" type="presParOf" srcId="{5F60BB5D-B886-4850-843B-0B3039C7D5E2}" destId="{DE115568-0983-4E65-ADD0-C2EDBEB983B2}" srcOrd="1" destOrd="0" presId="urn:microsoft.com/office/officeart/2018/2/layout/IconLabelList"/>
    <dgm:cxn modelId="{7FDA9AF8-AA12-4388-9486-06AAF5BEA3BB}" type="presParOf" srcId="{5F60BB5D-B886-4850-843B-0B3039C7D5E2}" destId="{20C9DE73-C494-4A8F-BEAE-061FD048F865}" srcOrd="2" destOrd="0" presId="urn:microsoft.com/office/officeart/2018/2/layout/IconLabelList"/>
    <dgm:cxn modelId="{163D5972-A182-4419-A63F-9DAB2887628E}" type="presParOf" srcId="{20C9DE73-C494-4A8F-BEAE-061FD048F865}" destId="{4F8AEC09-3BAC-479E-8121-7F329EC8BDD4}" srcOrd="0" destOrd="0" presId="urn:microsoft.com/office/officeart/2018/2/layout/IconLabelList"/>
    <dgm:cxn modelId="{1BC75B77-5F20-4AA2-92B0-E58E8DD4F49B}" type="presParOf" srcId="{20C9DE73-C494-4A8F-BEAE-061FD048F865}" destId="{C42E220E-07CF-4AFB-BDCD-2C29E76779E9}" srcOrd="1" destOrd="0" presId="urn:microsoft.com/office/officeart/2018/2/layout/IconLabelList"/>
    <dgm:cxn modelId="{3C9E0627-AD81-47BD-B15A-DD5483099460}" type="presParOf" srcId="{20C9DE73-C494-4A8F-BEAE-061FD048F865}" destId="{EEF9D84B-DADF-4934-92E2-07D9E44684E0}" srcOrd="2" destOrd="0" presId="urn:microsoft.com/office/officeart/2018/2/layout/IconLabelList"/>
    <dgm:cxn modelId="{A03F064B-3D96-47A9-81F3-6062B2405398}" type="presParOf" srcId="{5F60BB5D-B886-4850-843B-0B3039C7D5E2}" destId="{028BC4E0-73F4-485C-AAB2-51CEBA98E87A}" srcOrd="3" destOrd="0" presId="urn:microsoft.com/office/officeart/2018/2/layout/IconLabelList"/>
    <dgm:cxn modelId="{0CCFA671-829F-4F55-A254-9DA0D7145DBE}" type="presParOf" srcId="{5F60BB5D-B886-4850-843B-0B3039C7D5E2}" destId="{843850C9-7E2E-46C6-8A7C-4B33E8C8DA4D}" srcOrd="4" destOrd="0" presId="urn:microsoft.com/office/officeart/2018/2/layout/IconLabelList"/>
    <dgm:cxn modelId="{549F0325-AFE5-4FC5-BE76-DCA1711872F9}" type="presParOf" srcId="{843850C9-7E2E-46C6-8A7C-4B33E8C8DA4D}" destId="{FF766415-607A-4221-89FA-6068C36500D4}" srcOrd="0" destOrd="0" presId="urn:microsoft.com/office/officeart/2018/2/layout/IconLabelList"/>
    <dgm:cxn modelId="{AE1B4B85-736E-4A1C-AB1F-3A78B03332EC}" type="presParOf" srcId="{843850C9-7E2E-46C6-8A7C-4B33E8C8DA4D}" destId="{8334CC89-F0E4-4725-87DD-6AC1B1698CC8}" srcOrd="1" destOrd="0" presId="urn:microsoft.com/office/officeart/2018/2/layout/IconLabelList"/>
    <dgm:cxn modelId="{1D69B061-F227-4E97-B60C-464EA0510CF5}" type="presParOf" srcId="{843850C9-7E2E-46C6-8A7C-4B33E8C8DA4D}" destId="{32E4D0D2-273A-434F-BF3A-61828F8BB33F}" srcOrd="2" destOrd="0" presId="urn:microsoft.com/office/officeart/2018/2/layout/IconLabelList"/>
    <dgm:cxn modelId="{592722C1-7891-46EB-9ED0-51D1997766EB}" type="presParOf" srcId="{5F60BB5D-B886-4850-843B-0B3039C7D5E2}" destId="{59AA0D1E-A7E8-44B7-BEB3-3DA9AA7FC70A}" srcOrd="5" destOrd="0" presId="urn:microsoft.com/office/officeart/2018/2/layout/IconLabelList"/>
    <dgm:cxn modelId="{5D5900EB-0616-4622-A187-961CE26DC8FD}" type="presParOf" srcId="{5F60BB5D-B886-4850-843B-0B3039C7D5E2}" destId="{A0D8A433-E8B4-4B49-92C7-6110CB0CAF13}" srcOrd="6" destOrd="0" presId="urn:microsoft.com/office/officeart/2018/2/layout/IconLabelList"/>
    <dgm:cxn modelId="{7DFCDAF3-F7B3-4C40-A1DD-D678C2B29448}" type="presParOf" srcId="{A0D8A433-E8B4-4B49-92C7-6110CB0CAF13}" destId="{A12A05C0-B213-4B8A-BDA1-3336845F4AED}" srcOrd="0" destOrd="0" presId="urn:microsoft.com/office/officeart/2018/2/layout/IconLabelList"/>
    <dgm:cxn modelId="{59364FA5-52FE-41A4-8A9A-76476BB91D85}" type="presParOf" srcId="{A0D8A433-E8B4-4B49-92C7-6110CB0CAF13}" destId="{F04B7EFF-99B9-4E2C-A8E3-99F2850579C7}" srcOrd="1" destOrd="0" presId="urn:microsoft.com/office/officeart/2018/2/layout/IconLabelList"/>
    <dgm:cxn modelId="{53275220-C1CB-4565-A57C-CD8409664243}" type="presParOf" srcId="{A0D8A433-E8B4-4B49-92C7-6110CB0CAF13}" destId="{086BFC85-BD81-4D5C-B8A8-632CF4404FE0}" srcOrd="2" destOrd="0" presId="urn:microsoft.com/office/officeart/2018/2/layout/IconLabelList"/>
    <dgm:cxn modelId="{680CAED7-E6B6-4E01-9B6E-5694406E63EC}" type="presParOf" srcId="{5F60BB5D-B886-4850-843B-0B3039C7D5E2}" destId="{ECD13AB4-F135-40ED-920E-F2374E65031F}" srcOrd="7" destOrd="0" presId="urn:microsoft.com/office/officeart/2018/2/layout/IconLabelList"/>
    <dgm:cxn modelId="{06EF2B5B-C0BA-4116-B791-7F6A2DB06FFD}" type="presParOf" srcId="{5F60BB5D-B886-4850-843B-0B3039C7D5E2}" destId="{B81B6493-730D-40F5-94AA-DBEE2B30B85B}" srcOrd="8" destOrd="0" presId="urn:microsoft.com/office/officeart/2018/2/layout/IconLabelList"/>
    <dgm:cxn modelId="{0837C6D1-D8ED-45C2-8ED5-D3DD44B017BA}" type="presParOf" srcId="{B81B6493-730D-40F5-94AA-DBEE2B30B85B}" destId="{DEDFE57F-05C8-4C5A-A519-45D5E30EE0E7}" srcOrd="0" destOrd="0" presId="urn:microsoft.com/office/officeart/2018/2/layout/IconLabelList"/>
    <dgm:cxn modelId="{BA3AF2DE-113C-4901-B329-F867E290263A}" type="presParOf" srcId="{B81B6493-730D-40F5-94AA-DBEE2B30B85B}" destId="{9CE5C9FC-7C5A-4E0E-8E45-49B1E6F3D73A}" srcOrd="1" destOrd="0" presId="urn:microsoft.com/office/officeart/2018/2/layout/IconLabelList"/>
    <dgm:cxn modelId="{94B763F5-5A97-46D3-B9D8-5E13E45BC9C3}" type="presParOf" srcId="{B81B6493-730D-40F5-94AA-DBEE2B30B85B}" destId="{44B49FAF-E246-4E00-A9A1-14882F684764}" srcOrd="2" destOrd="0" presId="urn:microsoft.com/office/officeart/2018/2/layout/IconLabelList"/>
    <dgm:cxn modelId="{3CE10E95-AAC6-4C02-A79C-B46218851284}" type="presParOf" srcId="{5F60BB5D-B886-4850-843B-0B3039C7D5E2}" destId="{BE717EB3-A05F-42DB-B08D-9915D7D157F6}" srcOrd="9" destOrd="0" presId="urn:microsoft.com/office/officeart/2018/2/layout/IconLabelList"/>
    <dgm:cxn modelId="{16AFDCEF-7E54-417D-B370-B0DBF0EFE054}" type="presParOf" srcId="{5F60BB5D-B886-4850-843B-0B3039C7D5E2}" destId="{DD262FD9-2499-4EEC-80E3-FE8158483427}" srcOrd="10" destOrd="0" presId="urn:microsoft.com/office/officeart/2018/2/layout/IconLabelList"/>
    <dgm:cxn modelId="{81DDA21E-6CD9-485A-B754-B5C5C3D7261D}" type="presParOf" srcId="{DD262FD9-2499-4EEC-80E3-FE8158483427}" destId="{D718D8D4-A65A-40CB-AF7D-D693F11AE382}" srcOrd="0" destOrd="0" presId="urn:microsoft.com/office/officeart/2018/2/layout/IconLabelList"/>
    <dgm:cxn modelId="{F82A8EDE-1BC7-4816-A9CD-0AD328EE0758}" type="presParOf" srcId="{DD262FD9-2499-4EEC-80E3-FE8158483427}" destId="{BF486A38-2BD0-4ED0-9D90-6EC7C3159E38}" srcOrd="1" destOrd="0" presId="urn:microsoft.com/office/officeart/2018/2/layout/IconLabelList"/>
    <dgm:cxn modelId="{7D11BB85-DC46-43DE-8D1E-94D46FEEBF7A}" type="presParOf" srcId="{DD262FD9-2499-4EEC-80E3-FE8158483427}" destId="{9DE1A572-6D24-42A5-809B-B87668E85B6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17445A-088B-4DDD-BA39-47EFE0FBF94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F89E3F-B7CD-4D58-A031-FC3BB89109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User inputs: </a:t>
          </a:r>
        </a:p>
      </dgm:t>
    </dgm:pt>
    <dgm:pt modelId="{7C4196BB-FC8B-4C82-B625-EC929A0C4CD2}" type="parTrans" cxnId="{82C66F0D-52A3-4134-B73D-B2E584968292}">
      <dgm:prSet/>
      <dgm:spPr/>
      <dgm:t>
        <a:bodyPr/>
        <a:lstStyle/>
        <a:p>
          <a:endParaRPr lang="en-US"/>
        </a:p>
      </dgm:t>
    </dgm:pt>
    <dgm:pt modelId="{101C37B9-8A37-4E44-AF52-AA606FB8F785}" type="sibTrans" cxnId="{82C66F0D-52A3-4134-B73D-B2E584968292}">
      <dgm:prSet/>
      <dgm:spPr/>
      <dgm:t>
        <a:bodyPr/>
        <a:lstStyle/>
        <a:p>
          <a:endParaRPr lang="en-US"/>
        </a:p>
      </dgm:t>
    </dgm:pt>
    <dgm:pt modelId="{20E3938F-0382-4DCA-9041-8D8FBAA457B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aseline="0" dirty="0"/>
            <a:t>Age, weight, workout details </a:t>
          </a:r>
        </a:p>
      </dgm:t>
    </dgm:pt>
    <dgm:pt modelId="{48F12C1D-37AB-4311-8852-37C28AA494B1}" type="parTrans" cxnId="{ABE2382A-B575-4445-9E48-47733086FB1A}">
      <dgm:prSet/>
      <dgm:spPr/>
      <dgm:t>
        <a:bodyPr/>
        <a:lstStyle/>
        <a:p>
          <a:endParaRPr lang="en-US"/>
        </a:p>
      </dgm:t>
    </dgm:pt>
    <dgm:pt modelId="{D45C5594-5FF3-40AB-AEF0-6822762E814F}" type="sibTrans" cxnId="{ABE2382A-B575-4445-9E48-47733086FB1A}">
      <dgm:prSet/>
      <dgm:spPr/>
      <dgm:t>
        <a:bodyPr/>
        <a:lstStyle/>
        <a:p>
          <a:endParaRPr lang="en-US"/>
        </a:p>
      </dgm:t>
    </dgm:pt>
    <dgm:pt modelId="{B58E59DB-5426-43B0-A690-BC049B5367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Output: </a:t>
          </a:r>
        </a:p>
      </dgm:t>
    </dgm:pt>
    <dgm:pt modelId="{7BF167EA-6368-4B47-A1D7-B42832CE136D}" type="parTrans" cxnId="{BFCF3E34-42FB-4918-81C7-D678E53E2962}">
      <dgm:prSet/>
      <dgm:spPr/>
      <dgm:t>
        <a:bodyPr/>
        <a:lstStyle/>
        <a:p>
          <a:endParaRPr lang="en-US"/>
        </a:p>
      </dgm:t>
    </dgm:pt>
    <dgm:pt modelId="{4CC9AA6A-DD5A-4DAF-BA8B-3F20E2ACA052}" type="sibTrans" cxnId="{BFCF3E34-42FB-4918-81C7-D678E53E2962}">
      <dgm:prSet/>
      <dgm:spPr/>
      <dgm:t>
        <a:bodyPr/>
        <a:lstStyle/>
        <a:p>
          <a:endParaRPr lang="en-US"/>
        </a:p>
      </dgm:t>
    </dgm:pt>
    <dgm:pt modelId="{FA5C315A-7C85-43C1-B6D6-E5B1310E480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Calories burned </a:t>
          </a:r>
        </a:p>
      </dgm:t>
    </dgm:pt>
    <dgm:pt modelId="{8A50EC75-118B-443C-9CD9-9A12CBC5B563}" type="parTrans" cxnId="{A9DD7327-E47A-4400-8720-603E260952E1}">
      <dgm:prSet/>
      <dgm:spPr/>
      <dgm:t>
        <a:bodyPr/>
        <a:lstStyle/>
        <a:p>
          <a:endParaRPr lang="en-US"/>
        </a:p>
      </dgm:t>
    </dgm:pt>
    <dgm:pt modelId="{F67497FC-8BE3-4A2E-82FF-76A42F20D518}" type="sibTrans" cxnId="{A9DD7327-E47A-4400-8720-603E260952E1}">
      <dgm:prSet/>
      <dgm:spPr/>
      <dgm:t>
        <a:bodyPr/>
        <a:lstStyle/>
        <a:p>
          <a:endParaRPr lang="en-US"/>
        </a:p>
      </dgm:t>
    </dgm:pt>
    <dgm:pt modelId="{41F60B89-980F-4CFB-98DC-AAC22861A5E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Fitness insights </a:t>
          </a:r>
        </a:p>
      </dgm:t>
    </dgm:pt>
    <dgm:pt modelId="{6DD820F1-2031-4B14-A068-77F792C2C50B}" type="parTrans" cxnId="{9CD15081-6235-4262-B029-BEA73EA6DD45}">
      <dgm:prSet/>
      <dgm:spPr/>
      <dgm:t>
        <a:bodyPr/>
        <a:lstStyle/>
        <a:p>
          <a:endParaRPr lang="en-US"/>
        </a:p>
      </dgm:t>
    </dgm:pt>
    <dgm:pt modelId="{E63BA05F-385F-4366-9C1E-5E93583A9AB1}" type="sibTrans" cxnId="{9CD15081-6235-4262-B029-BEA73EA6DD45}">
      <dgm:prSet/>
      <dgm:spPr/>
      <dgm:t>
        <a:bodyPr/>
        <a:lstStyle/>
        <a:p>
          <a:endParaRPr lang="en-US"/>
        </a:p>
      </dgm:t>
    </dgm:pt>
    <dgm:pt modelId="{3A604CFD-E9BF-4270-8309-5365A5DB60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Features:</a:t>
          </a:r>
          <a:endParaRPr lang="en-US" dirty="0"/>
        </a:p>
      </dgm:t>
    </dgm:pt>
    <dgm:pt modelId="{CFE5E42F-E11E-4845-99D3-8948DF3F102D}" type="parTrans" cxnId="{2F8AF32E-08B4-430A-B72C-94EA4ED57C95}">
      <dgm:prSet/>
      <dgm:spPr/>
      <dgm:t>
        <a:bodyPr/>
        <a:lstStyle/>
        <a:p>
          <a:endParaRPr lang="en-US"/>
        </a:p>
      </dgm:t>
    </dgm:pt>
    <dgm:pt modelId="{12BDF9AA-D8D5-452A-8F8C-0F7F4C2A6E37}" type="sibTrans" cxnId="{2F8AF32E-08B4-430A-B72C-94EA4ED57C95}">
      <dgm:prSet/>
      <dgm:spPr/>
      <dgm:t>
        <a:bodyPr/>
        <a:lstStyle/>
        <a:p>
          <a:endParaRPr lang="en-US"/>
        </a:p>
      </dgm:t>
    </dgm:pt>
    <dgm:pt modelId="{901AA672-569E-4140-8130-BF260B85255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Simple UI </a:t>
          </a:r>
        </a:p>
      </dgm:t>
    </dgm:pt>
    <dgm:pt modelId="{4E04D399-F84B-4BC2-B1DA-B25B723A5F8B}" type="parTrans" cxnId="{6372AEF4-863B-4F78-9ED7-DE18BE2C86CE}">
      <dgm:prSet/>
      <dgm:spPr/>
      <dgm:t>
        <a:bodyPr/>
        <a:lstStyle/>
        <a:p>
          <a:endParaRPr lang="en-US"/>
        </a:p>
      </dgm:t>
    </dgm:pt>
    <dgm:pt modelId="{364801DB-0288-486F-98E8-FA42ECAFA6DB}" type="sibTrans" cxnId="{6372AEF4-863B-4F78-9ED7-DE18BE2C86CE}">
      <dgm:prSet/>
      <dgm:spPr/>
      <dgm:t>
        <a:bodyPr/>
        <a:lstStyle/>
        <a:p>
          <a:endParaRPr lang="en-US"/>
        </a:p>
      </dgm:t>
    </dgm:pt>
    <dgm:pt modelId="{4FE74A80-F120-46DB-9898-2D902932B4F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Real-time prediction </a:t>
          </a:r>
        </a:p>
      </dgm:t>
    </dgm:pt>
    <dgm:pt modelId="{9E5A738C-4C78-4121-9308-B2C10C6915F7}" type="parTrans" cxnId="{E11A7087-EFE7-4D71-9463-11FFFEE58B43}">
      <dgm:prSet/>
      <dgm:spPr/>
      <dgm:t>
        <a:bodyPr/>
        <a:lstStyle/>
        <a:p>
          <a:endParaRPr lang="en-US"/>
        </a:p>
      </dgm:t>
    </dgm:pt>
    <dgm:pt modelId="{A813AC4E-C264-4989-B0C6-6AD2CF43C5E4}" type="sibTrans" cxnId="{E11A7087-EFE7-4D71-9463-11FFFEE58B43}">
      <dgm:prSet/>
      <dgm:spPr/>
      <dgm:t>
        <a:bodyPr/>
        <a:lstStyle/>
        <a:p>
          <a:endParaRPr lang="en-US"/>
        </a:p>
      </dgm:t>
    </dgm:pt>
    <dgm:pt modelId="{5B499871-0370-4E77-AFCF-46574137244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Interactive system</a:t>
          </a:r>
        </a:p>
      </dgm:t>
    </dgm:pt>
    <dgm:pt modelId="{30BC779E-BE15-4B67-9A3E-C538FBE30F86}" type="parTrans" cxnId="{1434CCBC-4617-4A9A-90E5-AE269319C5A9}">
      <dgm:prSet/>
      <dgm:spPr/>
      <dgm:t>
        <a:bodyPr/>
        <a:lstStyle/>
        <a:p>
          <a:endParaRPr lang="en-US"/>
        </a:p>
      </dgm:t>
    </dgm:pt>
    <dgm:pt modelId="{5A68C089-7BC8-48E5-9983-09500878F5FB}" type="sibTrans" cxnId="{1434CCBC-4617-4A9A-90E5-AE269319C5A9}">
      <dgm:prSet/>
      <dgm:spPr/>
      <dgm:t>
        <a:bodyPr/>
        <a:lstStyle/>
        <a:p>
          <a:endParaRPr lang="en-US"/>
        </a:p>
      </dgm:t>
    </dgm:pt>
    <dgm:pt modelId="{77F18A57-5A4C-4903-B6D4-075C6DB40950}" type="pres">
      <dgm:prSet presAssocID="{E517445A-088B-4DDD-BA39-47EFE0FBF941}" presName="root" presStyleCnt="0">
        <dgm:presLayoutVars>
          <dgm:dir/>
          <dgm:resizeHandles val="exact"/>
        </dgm:presLayoutVars>
      </dgm:prSet>
      <dgm:spPr/>
    </dgm:pt>
    <dgm:pt modelId="{EF37DD00-934D-4AA9-87F9-E9D4E4BDBFEF}" type="pres">
      <dgm:prSet presAssocID="{1CF89E3F-B7CD-4D58-A031-FC3BB89109E3}" presName="compNode" presStyleCnt="0"/>
      <dgm:spPr/>
    </dgm:pt>
    <dgm:pt modelId="{955492B6-F07D-4BCB-948D-E40193821D31}" type="pres">
      <dgm:prSet presAssocID="{1CF89E3F-B7CD-4D58-A031-FC3BB89109E3}" presName="bgRect" presStyleLbl="bgShp" presStyleIdx="0" presStyleCnt="3"/>
      <dgm:spPr/>
    </dgm:pt>
    <dgm:pt modelId="{EF31FFB4-1176-4C37-9C52-92DE5BE9BD40}" type="pres">
      <dgm:prSet presAssocID="{1CF89E3F-B7CD-4D58-A031-FC3BB89109E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9AA4AC1F-D3D9-4D9A-9BA3-912E08A7879C}" type="pres">
      <dgm:prSet presAssocID="{1CF89E3F-B7CD-4D58-A031-FC3BB89109E3}" presName="spaceRect" presStyleCnt="0"/>
      <dgm:spPr/>
    </dgm:pt>
    <dgm:pt modelId="{B1B9ACEF-89CA-405F-8668-20686A55B9F1}" type="pres">
      <dgm:prSet presAssocID="{1CF89E3F-B7CD-4D58-A031-FC3BB89109E3}" presName="parTx" presStyleLbl="revTx" presStyleIdx="0" presStyleCnt="6">
        <dgm:presLayoutVars>
          <dgm:chMax val="0"/>
          <dgm:chPref val="0"/>
        </dgm:presLayoutVars>
      </dgm:prSet>
      <dgm:spPr/>
    </dgm:pt>
    <dgm:pt modelId="{256AB340-E11A-4C18-B8DB-F45F572A96C1}" type="pres">
      <dgm:prSet presAssocID="{1CF89E3F-B7CD-4D58-A031-FC3BB89109E3}" presName="desTx" presStyleLbl="revTx" presStyleIdx="1" presStyleCnt="6">
        <dgm:presLayoutVars/>
      </dgm:prSet>
      <dgm:spPr/>
    </dgm:pt>
    <dgm:pt modelId="{F33F0B57-97DB-409C-B780-FCA35C0CEA9E}" type="pres">
      <dgm:prSet presAssocID="{101C37B9-8A37-4E44-AF52-AA606FB8F785}" presName="sibTrans" presStyleCnt="0"/>
      <dgm:spPr/>
    </dgm:pt>
    <dgm:pt modelId="{F5A9755C-C1A3-402C-9853-4BA78FA8215E}" type="pres">
      <dgm:prSet presAssocID="{B58E59DB-5426-43B0-A690-BC049B53676C}" presName="compNode" presStyleCnt="0"/>
      <dgm:spPr/>
    </dgm:pt>
    <dgm:pt modelId="{38FFCBA1-BC6D-48AD-9FDE-FB43FBD85EC9}" type="pres">
      <dgm:prSet presAssocID="{B58E59DB-5426-43B0-A690-BC049B53676C}" presName="bgRect" presStyleLbl="bgShp" presStyleIdx="1" presStyleCnt="3"/>
      <dgm:spPr/>
    </dgm:pt>
    <dgm:pt modelId="{878A74FD-1325-4B75-9A92-E5C83D13B2BF}" type="pres">
      <dgm:prSet presAssocID="{B58E59DB-5426-43B0-A690-BC049B53676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6E653D0C-8C2B-4DF8-B99E-59ED7ACFBB02}" type="pres">
      <dgm:prSet presAssocID="{B58E59DB-5426-43B0-A690-BC049B53676C}" presName="spaceRect" presStyleCnt="0"/>
      <dgm:spPr/>
    </dgm:pt>
    <dgm:pt modelId="{BCA696F6-D1A4-4169-86F5-CEDD53C65C59}" type="pres">
      <dgm:prSet presAssocID="{B58E59DB-5426-43B0-A690-BC049B53676C}" presName="parTx" presStyleLbl="revTx" presStyleIdx="2" presStyleCnt="6">
        <dgm:presLayoutVars>
          <dgm:chMax val="0"/>
          <dgm:chPref val="0"/>
        </dgm:presLayoutVars>
      </dgm:prSet>
      <dgm:spPr/>
    </dgm:pt>
    <dgm:pt modelId="{03E79A40-0CC7-4C0D-B198-0F5E78529340}" type="pres">
      <dgm:prSet presAssocID="{B58E59DB-5426-43B0-A690-BC049B53676C}" presName="desTx" presStyleLbl="revTx" presStyleIdx="3" presStyleCnt="6">
        <dgm:presLayoutVars/>
      </dgm:prSet>
      <dgm:spPr/>
    </dgm:pt>
    <dgm:pt modelId="{7A920C99-8DD5-4369-B750-09319B1E77B5}" type="pres">
      <dgm:prSet presAssocID="{4CC9AA6A-DD5A-4DAF-BA8B-3F20E2ACA052}" presName="sibTrans" presStyleCnt="0"/>
      <dgm:spPr/>
    </dgm:pt>
    <dgm:pt modelId="{0880F3D8-D682-480E-9B9B-1F7E6C1F196E}" type="pres">
      <dgm:prSet presAssocID="{3A604CFD-E9BF-4270-8309-5365A5DB600A}" presName="compNode" presStyleCnt="0"/>
      <dgm:spPr/>
    </dgm:pt>
    <dgm:pt modelId="{913759C4-FE91-45AE-B90F-C2094CE177DB}" type="pres">
      <dgm:prSet presAssocID="{3A604CFD-E9BF-4270-8309-5365A5DB600A}" presName="bgRect" presStyleLbl="bgShp" presStyleIdx="2" presStyleCnt="3"/>
      <dgm:spPr/>
    </dgm:pt>
    <dgm:pt modelId="{531A8901-ED41-4D77-A2F7-600805C9716A}" type="pres">
      <dgm:prSet presAssocID="{3A604CFD-E9BF-4270-8309-5365A5DB600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83B73E2-09D5-4D4C-BF6A-CD6926101ACC}" type="pres">
      <dgm:prSet presAssocID="{3A604CFD-E9BF-4270-8309-5365A5DB600A}" presName="spaceRect" presStyleCnt="0"/>
      <dgm:spPr/>
    </dgm:pt>
    <dgm:pt modelId="{3B223412-4CA5-4804-94D9-D2A6B852BA64}" type="pres">
      <dgm:prSet presAssocID="{3A604CFD-E9BF-4270-8309-5365A5DB600A}" presName="parTx" presStyleLbl="revTx" presStyleIdx="4" presStyleCnt="6">
        <dgm:presLayoutVars>
          <dgm:chMax val="0"/>
          <dgm:chPref val="0"/>
        </dgm:presLayoutVars>
      </dgm:prSet>
      <dgm:spPr/>
    </dgm:pt>
    <dgm:pt modelId="{9EEC24F1-F7EE-4D18-9697-0D79E1F7D42C}" type="pres">
      <dgm:prSet presAssocID="{3A604CFD-E9BF-4270-8309-5365A5DB600A}" presName="desTx" presStyleLbl="revTx" presStyleIdx="5" presStyleCnt="6">
        <dgm:presLayoutVars/>
      </dgm:prSet>
      <dgm:spPr/>
    </dgm:pt>
  </dgm:ptLst>
  <dgm:cxnLst>
    <dgm:cxn modelId="{CB737305-AB0D-455F-B079-E2B23DC72E65}" type="presOf" srcId="{5B499871-0370-4E77-AFCF-465741372449}" destId="{9EEC24F1-F7EE-4D18-9697-0D79E1F7D42C}" srcOrd="0" destOrd="2" presId="urn:microsoft.com/office/officeart/2018/2/layout/IconVerticalSolidList"/>
    <dgm:cxn modelId="{82C66F0D-52A3-4134-B73D-B2E584968292}" srcId="{E517445A-088B-4DDD-BA39-47EFE0FBF941}" destId="{1CF89E3F-B7CD-4D58-A031-FC3BB89109E3}" srcOrd="0" destOrd="0" parTransId="{7C4196BB-FC8B-4C82-B625-EC929A0C4CD2}" sibTransId="{101C37B9-8A37-4E44-AF52-AA606FB8F785}"/>
    <dgm:cxn modelId="{DFEFEA0D-61D5-4EDF-AB4E-DC8D92198175}" type="presOf" srcId="{B58E59DB-5426-43B0-A690-BC049B53676C}" destId="{BCA696F6-D1A4-4169-86F5-CEDD53C65C59}" srcOrd="0" destOrd="0" presId="urn:microsoft.com/office/officeart/2018/2/layout/IconVerticalSolidList"/>
    <dgm:cxn modelId="{A9DD7327-E47A-4400-8720-603E260952E1}" srcId="{B58E59DB-5426-43B0-A690-BC049B53676C}" destId="{FA5C315A-7C85-43C1-B6D6-E5B1310E480F}" srcOrd="0" destOrd="0" parTransId="{8A50EC75-118B-443C-9CD9-9A12CBC5B563}" sibTransId="{F67497FC-8BE3-4A2E-82FF-76A42F20D518}"/>
    <dgm:cxn modelId="{ABE2382A-B575-4445-9E48-47733086FB1A}" srcId="{1CF89E3F-B7CD-4D58-A031-FC3BB89109E3}" destId="{20E3938F-0382-4DCA-9041-8D8FBAA457B1}" srcOrd="0" destOrd="0" parTransId="{48F12C1D-37AB-4311-8852-37C28AA494B1}" sibTransId="{D45C5594-5FF3-40AB-AEF0-6822762E814F}"/>
    <dgm:cxn modelId="{2F8AF32E-08B4-430A-B72C-94EA4ED57C95}" srcId="{E517445A-088B-4DDD-BA39-47EFE0FBF941}" destId="{3A604CFD-E9BF-4270-8309-5365A5DB600A}" srcOrd="2" destOrd="0" parTransId="{CFE5E42F-E11E-4845-99D3-8948DF3F102D}" sibTransId="{12BDF9AA-D8D5-452A-8F8C-0F7F4C2A6E37}"/>
    <dgm:cxn modelId="{BFCF3E34-42FB-4918-81C7-D678E53E2962}" srcId="{E517445A-088B-4DDD-BA39-47EFE0FBF941}" destId="{B58E59DB-5426-43B0-A690-BC049B53676C}" srcOrd="1" destOrd="0" parTransId="{7BF167EA-6368-4B47-A1D7-B42832CE136D}" sibTransId="{4CC9AA6A-DD5A-4DAF-BA8B-3F20E2ACA052}"/>
    <dgm:cxn modelId="{2A05A96D-CCCA-4F20-8240-039A8047B3D3}" type="presOf" srcId="{41F60B89-980F-4CFB-98DC-AAC22861A5EA}" destId="{03E79A40-0CC7-4C0D-B198-0F5E78529340}" srcOrd="0" destOrd="1" presId="urn:microsoft.com/office/officeart/2018/2/layout/IconVerticalSolidList"/>
    <dgm:cxn modelId="{BDF48C72-CD45-4C55-97DA-90101AA759AE}" type="presOf" srcId="{20E3938F-0382-4DCA-9041-8D8FBAA457B1}" destId="{256AB340-E11A-4C18-B8DB-F45F572A96C1}" srcOrd="0" destOrd="0" presId="urn:microsoft.com/office/officeart/2018/2/layout/IconVerticalSolidList"/>
    <dgm:cxn modelId="{09A2C280-D9A3-4BBF-AD2C-5055D15F6C1D}" type="presOf" srcId="{FA5C315A-7C85-43C1-B6D6-E5B1310E480F}" destId="{03E79A40-0CC7-4C0D-B198-0F5E78529340}" srcOrd="0" destOrd="0" presId="urn:microsoft.com/office/officeart/2018/2/layout/IconVerticalSolidList"/>
    <dgm:cxn modelId="{9CD15081-6235-4262-B029-BEA73EA6DD45}" srcId="{B58E59DB-5426-43B0-A690-BC049B53676C}" destId="{41F60B89-980F-4CFB-98DC-AAC22861A5EA}" srcOrd="1" destOrd="0" parTransId="{6DD820F1-2031-4B14-A068-77F792C2C50B}" sibTransId="{E63BA05F-385F-4366-9C1E-5E93583A9AB1}"/>
    <dgm:cxn modelId="{A3561F86-7539-4CF0-B41E-726E4B8602F8}" type="presOf" srcId="{4FE74A80-F120-46DB-9898-2D902932B4FC}" destId="{9EEC24F1-F7EE-4D18-9697-0D79E1F7D42C}" srcOrd="0" destOrd="1" presId="urn:microsoft.com/office/officeart/2018/2/layout/IconVerticalSolidList"/>
    <dgm:cxn modelId="{E11A7087-EFE7-4D71-9463-11FFFEE58B43}" srcId="{3A604CFD-E9BF-4270-8309-5365A5DB600A}" destId="{4FE74A80-F120-46DB-9898-2D902932B4FC}" srcOrd="1" destOrd="0" parTransId="{9E5A738C-4C78-4121-9308-B2C10C6915F7}" sibTransId="{A813AC4E-C264-4989-B0C6-6AD2CF43C5E4}"/>
    <dgm:cxn modelId="{B27DDD8F-3639-4ABF-96E5-3EE2B7762BCE}" type="presOf" srcId="{901AA672-569E-4140-8130-BF260B852559}" destId="{9EEC24F1-F7EE-4D18-9697-0D79E1F7D42C}" srcOrd="0" destOrd="0" presId="urn:microsoft.com/office/officeart/2018/2/layout/IconVerticalSolidList"/>
    <dgm:cxn modelId="{964B9595-B50E-4736-A644-B36384EF79C8}" type="presOf" srcId="{3A604CFD-E9BF-4270-8309-5365A5DB600A}" destId="{3B223412-4CA5-4804-94D9-D2A6B852BA64}" srcOrd="0" destOrd="0" presId="urn:microsoft.com/office/officeart/2018/2/layout/IconVerticalSolidList"/>
    <dgm:cxn modelId="{0CCFE097-2AA2-4B67-B065-52D01F66FF47}" type="presOf" srcId="{E517445A-088B-4DDD-BA39-47EFE0FBF941}" destId="{77F18A57-5A4C-4903-B6D4-075C6DB40950}" srcOrd="0" destOrd="0" presId="urn:microsoft.com/office/officeart/2018/2/layout/IconVerticalSolidList"/>
    <dgm:cxn modelId="{1434CCBC-4617-4A9A-90E5-AE269319C5A9}" srcId="{3A604CFD-E9BF-4270-8309-5365A5DB600A}" destId="{5B499871-0370-4E77-AFCF-465741372449}" srcOrd="2" destOrd="0" parTransId="{30BC779E-BE15-4B67-9A3E-C538FBE30F86}" sibTransId="{5A68C089-7BC8-48E5-9983-09500878F5FB}"/>
    <dgm:cxn modelId="{775BD4C3-3432-4FA4-A69E-E090AF71BD22}" type="presOf" srcId="{1CF89E3F-B7CD-4D58-A031-FC3BB89109E3}" destId="{B1B9ACEF-89CA-405F-8668-20686A55B9F1}" srcOrd="0" destOrd="0" presId="urn:microsoft.com/office/officeart/2018/2/layout/IconVerticalSolidList"/>
    <dgm:cxn modelId="{6372AEF4-863B-4F78-9ED7-DE18BE2C86CE}" srcId="{3A604CFD-E9BF-4270-8309-5365A5DB600A}" destId="{901AA672-569E-4140-8130-BF260B852559}" srcOrd="0" destOrd="0" parTransId="{4E04D399-F84B-4BC2-B1DA-B25B723A5F8B}" sibTransId="{364801DB-0288-486F-98E8-FA42ECAFA6DB}"/>
    <dgm:cxn modelId="{7EF24B32-281B-496D-B51A-BB57192B73B6}" type="presParOf" srcId="{77F18A57-5A4C-4903-B6D4-075C6DB40950}" destId="{EF37DD00-934D-4AA9-87F9-E9D4E4BDBFEF}" srcOrd="0" destOrd="0" presId="urn:microsoft.com/office/officeart/2018/2/layout/IconVerticalSolidList"/>
    <dgm:cxn modelId="{9D2A83C7-5F17-48B1-B140-5B24B67C6D0B}" type="presParOf" srcId="{EF37DD00-934D-4AA9-87F9-E9D4E4BDBFEF}" destId="{955492B6-F07D-4BCB-948D-E40193821D31}" srcOrd="0" destOrd="0" presId="urn:microsoft.com/office/officeart/2018/2/layout/IconVerticalSolidList"/>
    <dgm:cxn modelId="{C2652D36-7A1F-42CB-BB53-31D35452280C}" type="presParOf" srcId="{EF37DD00-934D-4AA9-87F9-E9D4E4BDBFEF}" destId="{EF31FFB4-1176-4C37-9C52-92DE5BE9BD40}" srcOrd="1" destOrd="0" presId="urn:microsoft.com/office/officeart/2018/2/layout/IconVerticalSolidList"/>
    <dgm:cxn modelId="{C642070D-2D7B-4342-9A24-F8C01B383A28}" type="presParOf" srcId="{EF37DD00-934D-4AA9-87F9-E9D4E4BDBFEF}" destId="{9AA4AC1F-D3D9-4D9A-9BA3-912E08A7879C}" srcOrd="2" destOrd="0" presId="urn:microsoft.com/office/officeart/2018/2/layout/IconVerticalSolidList"/>
    <dgm:cxn modelId="{CE838ED8-1D40-45B2-A19D-EF0C2E3DDFE6}" type="presParOf" srcId="{EF37DD00-934D-4AA9-87F9-E9D4E4BDBFEF}" destId="{B1B9ACEF-89CA-405F-8668-20686A55B9F1}" srcOrd="3" destOrd="0" presId="urn:microsoft.com/office/officeart/2018/2/layout/IconVerticalSolidList"/>
    <dgm:cxn modelId="{B881EB95-F017-4618-9B33-29A010D03815}" type="presParOf" srcId="{EF37DD00-934D-4AA9-87F9-E9D4E4BDBFEF}" destId="{256AB340-E11A-4C18-B8DB-F45F572A96C1}" srcOrd="4" destOrd="0" presId="urn:microsoft.com/office/officeart/2018/2/layout/IconVerticalSolidList"/>
    <dgm:cxn modelId="{DEA83444-E97C-49F7-9003-68D99BCB8998}" type="presParOf" srcId="{77F18A57-5A4C-4903-B6D4-075C6DB40950}" destId="{F33F0B57-97DB-409C-B780-FCA35C0CEA9E}" srcOrd="1" destOrd="0" presId="urn:microsoft.com/office/officeart/2018/2/layout/IconVerticalSolidList"/>
    <dgm:cxn modelId="{DBC35836-C5FD-4073-BE1C-3E68497089FE}" type="presParOf" srcId="{77F18A57-5A4C-4903-B6D4-075C6DB40950}" destId="{F5A9755C-C1A3-402C-9853-4BA78FA8215E}" srcOrd="2" destOrd="0" presId="urn:microsoft.com/office/officeart/2018/2/layout/IconVerticalSolidList"/>
    <dgm:cxn modelId="{9C251FE4-6FC5-440B-876E-7BA90CEEE221}" type="presParOf" srcId="{F5A9755C-C1A3-402C-9853-4BA78FA8215E}" destId="{38FFCBA1-BC6D-48AD-9FDE-FB43FBD85EC9}" srcOrd="0" destOrd="0" presId="urn:microsoft.com/office/officeart/2018/2/layout/IconVerticalSolidList"/>
    <dgm:cxn modelId="{B33DB8D8-64F3-4AFC-9684-63C3FBA6358F}" type="presParOf" srcId="{F5A9755C-C1A3-402C-9853-4BA78FA8215E}" destId="{878A74FD-1325-4B75-9A92-E5C83D13B2BF}" srcOrd="1" destOrd="0" presId="urn:microsoft.com/office/officeart/2018/2/layout/IconVerticalSolidList"/>
    <dgm:cxn modelId="{39889018-D281-4C34-8B54-9B75090E5B6B}" type="presParOf" srcId="{F5A9755C-C1A3-402C-9853-4BA78FA8215E}" destId="{6E653D0C-8C2B-4DF8-B99E-59ED7ACFBB02}" srcOrd="2" destOrd="0" presId="urn:microsoft.com/office/officeart/2018/2/layout/IconVerticalSolidList"/>
    <dgm:cxn modelId="{B1B4C383-3618-43D0-8C99-63D353D9FC14}" type="presParOf" srcId="{F5A9755C-C1A3-402C-9853-4BA78FA8215E}" destId="{BCA696F6-D1A4-4169-86F5-CEDD53C65C59}" srcOrd="3" destOrd="0" presId="urn:microsoft.com/office/officeart/2018/2/layout/IconVerticalSolidList"/>
    <dgm:cxn modelId="{9B6C3E62-DA88-41A3-910C-15A844AF673E}" type="presParOf" srcId="{F5A9755C-C1A3-402C-9853-4BA78FA8215E}" destId="{03E79A40-0CC7-4C0D-B198-0F5E78529340}" srcOrd="4" destOrd="0" presId="urn:microsoft.com/office/officeart/2018/2/layout/IconVerticalSolidList"/>
    <dgm:cxn modelId="{166EE286-95B5-4E78-ABA2-7DFEACD2CA6E}" type="presParOf" srcId="{77F18A57-5A4C-4903-B6D4-075C6DB40950}" destId="{7A920C99-8DD5-4369-B750-09319B1E77B5}" srcOrd="3" destOrd="0" presId="urn:microsoft.com/office/officeart/2018/2/layout/IconVerticalSolidList"/>
    <dgm:cxn modelId="{5D06F82B-E51F-4BB8-8CE2-311051D09A64}" type="presParOf" srcId="{77F18A57-5A4C-4903-B6D4-075C6DB40950}" destId="{0880F3D8-D682-480E-9B9B-1F7E6C1F196E}" srcOrd="4" destOrd="0" presId="urn:microsoft.com/office/officeart/2018/2/layout/IconVerticalSolidList"/>
    <dgm:cxn modelId="{E8D2E79F-99E9-4616-9329-802A8E7E5B43}" type="presParOf" srcId="{0880F3D8-D682-480E-9B9B-1F7E6C1F196E}" destId="{913759C4-FE91-45AE-B90F-C2094CE177DB}" srcOrd="0" destOrd="0" presId="urn:microsoft.com/office/officeart/2018/2/layout/IconVerticalSolidList"/>
    <dgm:cxn modelId="{E4A0F133-96D1-4829-9D72-759381698320}" type="presParOf" srcId="{0880F3D8-D682-480E-9B9B-1F7E6C1F196E}" destId="{531A8901-ED41-4D77-A2F7-600805C9716A}" srcOrd="1" destOrd="0" presId="urn:microsoft.com/office/officeart/2018/2/layout/IconVerticalSolidList"/>
    <dgm:cxn modelId="{6DCC7F37-58DE-4443-98C5-9876E640E192}" type="presParOf" srcId="{0880F3D8-D682-480E-9B9B-1F7E6C1F196E}" destId="{B83B73E2-09D5-4D4C-BF6A-CD6926101ACC}" srcOrd="2" destOrd="0" presId="urn:microsoft.com/office/officeart/2018/2/layout/IconVerticalSolidList"/>
    <dgm:cxn modelId="{EC8C4E34-D029-4738-8610-59CB1B27FFA6}" type="presParOf" srcId="{0880F3D8-D682-480E-9B9B-1F7E6C1F196E}" destId="{3B223412-4CA5-4804-94D9-D2A6B852BA64}" srcOrd="3" destOrd="0" presId="urn:microsoft.com/office/officeart/2018/2/layout/IconVerticalSolidList"/>
    <dgm:cxn modelId="{E1F95504-7A8B-4321-BCCE-A2E72F08407B}" type="presParOf" srcId="{0880F3D8-D682-480E-9B9B-1F7E6C1F196E}" destId="{9EEC24F1-F7EE-4D18-9697-0D79E1F7D42C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78B2FB6-AD83-43D0-8219-B7ACD02A324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5ED31A5-5021-4C0B-8BC5-C9D0D4C7BAB8}">
      <dgm:prSet/>
      <dgm:spPr/>
      <dgm:t>
        <a:bodyPr/>
        <a:lstStyle/>
        <a:p>
          <a:r>
            <a:rPr lang="en-US" b="0" i="0" baseline="0"/>
            <a:t>Data Processing Layer </a:t>
          </a:r>
          <a:endParaRPr lang="en-US"/>
        </a:p>
      </dgm:t>
    </dgm:pt>
    <dgm:pt modelId="{0F8890AE-C365-46E7-9497-40D07C4B13C1}" type="parTrans" cxnId="{C60C56A9-7287-4CC1-8299-D38FB4949BB7}">
      <dgm:prSet/>
      <dgm:spPr/>
      <dgm:t>
        <a:bodyPr/>
        <a:lstStyle/>
        <a:p>
          <a:endParaRPr lang="en-US"/>
        </a:p>
      </dgm:t>
    </dgm:pt>
    <dgm:pt modelId="{18C99E2A-E005-4175-BFF2-DC8C002B77F6}" type="sibTrans" cxnId="{C60C56A9-7287-4CC1-8299-D38FB4949BB7}">
      <dgm:prSet/>
      <dgm:spPr/>
      <dgm:t>
        <a:bodyPr/>
        <a:lstStyle/>
        <a:p>
          <a:endParaRPr lang="en-US"/>
        </a:p>
      </dgm:t>
    </dgm:pt>
    <dgm:pt modelId="{7AAD8E90-D39F-4C6F-98A7-D4B6925978AC}">
      <dgm:prSet/>
      <dgm:spPr/>
      <dgm:t>
        <a:bodyPr/>
        <a:lstStyle/>
        <a:p>
          <a:r>
            <a:rPr lang="en-US" b="0" i="0" baseline="0"/>
            <a:t>Machine Learning Model </a:t>
          </a:r>
          <a:endParaRPr lang="en-US"/>
        </a:p>
      </dgm:t>
    </dgm:pt>
    <dgm:pt modelId="{0474E023-F0E5-4A13-A9DF-2E79351CB87F}" type="parTrans" cxnId="{3BE97E82-862A-4813-B968-B926904290E7}">
      <dgm:prSet/>
      <dgm:spPr/>
      <dgm:t>
        <a:bodyPr/>
        <a:lstStyle/>
        <a:p>
          <a:endParaRPr lang="en-US"/>
        </a:p>
      </dgm:t>
    </dgm:pt>
    <dgm:pt modelId="{84D65576-8673-476C-AF99-B3AAA44D8B7D}" type="sibTrans" cxnId="{3BE97E82-862A-4813-B968-B926904290E7}">
      <dgm:prSet/>
      <dgm:spPr/>
      <dgm:t>
        <a:bodyPr/>
        <a:lstStyle/>
        <a:p>
          <a:endParaRPr lang="en-US"/>
        </a:p>
      </dgm:t>
    </dgm:pt>
    <dgm:pt modelId="{F35085BB-781C-4A10-A6D8-48ED93D807B0}">
      <dgm:prSet/>
      <dgm:spPr/>
      <dgm:t>
        <a:bodyPr/>
        <a:lstStyle/>
        <a:p>
          <a:r>
            <a:rPr lang="en-US" b="0" i="0" baseline="0"/>
            <a:t>Backend System </a:t>
          </a:r>
          <a:endParaRPr lang="en-US"/>
        </a:p>
      </dgm:t>
    </dgm:pt>
    <dgm:pt modelId="{8080D5FD-F4BE-4BB0-BB2B-95F53FECD99E}" type="parTrans" cxnId="{D3382D31-17EF-4821-81A9-821D50030B42}">
      <dgm:prSet/>
      <dgm:spPr/>
      <dgm:t>
        <a:bodyPr/>
        <a:lstStyle/>
        <a:p>
          <a:endParaRPr lang="en-US"/>
        </a:p>
      </dgm:t>
    </dgm:pt>
    <dgm:pt modelId="{F81B16A5-FF5A-4624-934C-E2E1E1CC15F0}" type="sibTrans" cxnId="{D3382D31-17EF-4821-81A9-821D50030B42}">
      <dgm:prSet/>
      <dgm:spPr/>
      <dgm:t>
        <a:bodyPr/>
        <a:lstStyle/>
        <a:p>
          <a:endParaRPr lang="en-US"/>
        </a:p>
      </dgm:t>
    </dgm:pt>
    <dgm:pt modelId="{7930B607-4FA1-4EA4-9050-C40392B0631A}">
      <dgm:prSet/>
      <dgm:spPr/>
      <dgm:t>
        <a:bodyPr/>
        <a:lstStyle/>
        <a:p>
          <a:r>
            <a:rPr lang="en-US" b="0" i="0" baseline="0"/>
            <a:t>Web Interface </a:t>
          </a:r>
          <a:endParaRPr lang="en-US"/>
        </a:p>
      </dgm:t>
    </dgm:pt>
    <dgm:pt modelId="{E09306CD-F9C0-489C-964A-EBF4A3CA0445}" type="parTrans" cxnId="{DA844950-3E42-4210-8D2D-21D5CE0FE184}">
      <dgm:prSet/>
      <dgm:spPr/>
      <dgm:t>
        <a:bodyPr/>
        <a:lstStyle/>
        <a:p>
          <a:endParaRPr lang="en-US"/>
        </a:p>
      </dgm:t>
    </dgm:pt>
    <dgm:pt modelId="{54A4BBB8-4E9F-4E40-B4DC-A0B4A880D75F}" type="sibTrans" cxnId="{DA844950-3E42-4210-8D2D-21D5CE0FE184}">
      <dgm:prSet/>
      <dgm:spPr/>
      <dgm:t>
        <a:bodyPr/>
        <a:lstStyle/>
        <a:p>
          <a:endParaRPr lang="en-US"/>
        </a:p>
      </dgm:t>
    </dgm:pt>
    <dgm:pt modelId="{4C9B4DA1-DB62-45FB-A1EF-70C070F9E908}">
      <dgm:prSet/>
      <dgm:spPr/>
      <dgm:t>
        <a:bodyPr/>
        <a:lstStyle/>
        <a:p>
          <a:r>
            <a:rPr lang="en-US" b="0" i="0" baseline="0"/>
            <a:t>External API (Weather Data) </a:t>
          </a:r>
          <a:endParaRPr lang="en-US"/>
        </a:p>
      </dgm:t>
    </dgm:pt>
    <dgm:pt modelId="{20A2644E-25DC-45EC-B8CF-6D6374800398}" type="parTrans" cxnId="{D6EB7177-3BFA-48A4-9CD3-D947C3DA43F1}">
      <dgm:prSet/>
      <dgm:spPr/>
      <dgm:t>
        <a:bodyPr/>
        <a:lstStyle/>
        <a:p>
          <a:endParaRPr lang="en-US"/>
        </a:p>
      </dgm:t>
    </dgm:pt>
    <dgm:pt modelId="{31E546E9-5722-4DB9-9A4D-EFB135350C94}" type="sibTrans" cxnId="{D6EB7177-3BFA-48A4-9CD3-D947C3DA43F1}">
      <dgm:prSet/>
      <dgm:spPr/>
      <dgm:t>
        <a:bodyPr/>
        <a:lstStyle/>
        <a:p>
          <a:endParaRPr lang="en-US"/>
        </a:p>
      </dgm:t>
    </dgm:pt>
    <dgm:pt modelId="{B27213DA-9975-45D7-B7C2-F4601A287D1B}" type="pres">
      <dgm:prSet presAssocID="{F78B2FB6-AD83-43D0-8219-B7ACD02A3244}" presName="root" presStyleCnt="0">
        <dgm:presLayoutVars>
          <dgm:dir/>
          <dgm:resizeHandles val="exact"/>
        </dgm:presLayoutVars>
      </dgm:prSet>
      <dgm:spPr/>
    </dgm:pt>
    <dgm:pt modelId="{F83742FD-D4DB-4FE8-B3E4-09905C0937EC}" type="pres">
      <dgm:prSet presAssocID="{C5ED31A5-5021-4C0B-8BC5-C9D0D4C7BAB8}" presName="compNode" presStyleCnt="0"/>
      <dgm:spPr/>
    </dgm:pt>
    <dgm:pt modelId="{FF92872D-2CC2-4DDB-A50F-FD3E47679418}" type="pres">
      <dgm:prSet presAssocID="{C5ED31A5-5021-4C0B-8BC5-C9D0D4C7BAB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AAFC090-618D-49C6-89AB-0B126A69B4A9}" type="pres">
      <dgm:prSet presAssocID="{C5ED31A5-5021-4C0B-8BC5-C9D0D4C7BAB8}" presName="spaceRect" presStyleCnt="0"/>
      <dgm:spPr/>
    </dgm:pt>
    <dgm:pt modelId="{E832DF97-7F80-4730-A6EC-5F67EC2176A5}" type="pres">
      <dgm:prSet presAssocID="{C5ED31A5-5021-4C0B-8BC5-C9D0D4C7BAB8}" presName="textRect" presStyleLbl="revTx" presStyleIdx="0" presStyleCnt="5">
        <dgm:presLayoutVars>
          <dgm:chMax val="1"/>
          <dgm:chPref val="1"/>
        </dgm:presLayoutVars>
      </dgm:prSet>
      <dgm:spPr/>
    </dgm:pt>
    <dgm:pt modelId="{41021036-197C-46C2-915A-4B48B11F4123}" type="pres">
      <dgm:prSet presAssocID="{18C99E2A-E005-4175-BFF2-DC8C002B77F6}" presName="sibTrans" presStyleCnt="0"/>
      <dgm:spPr/>
    </dgm:pt>
    <dgm:pt modelId="{CCC3E604-DBF4-4C5C-87FC-9137B42B552A}" type="pres">
      <dgm:prSet presAssocID="{7AAD8E90-D39F-4C6F-98A7-D4B6925978AC}" presName="compNode" presStyleCnt="0"/>
      <dgm:spPr/>
    </dgm:pt>
    <dgm:pt modelId="{4A59BE18-E63A-458C-B8EC-325EFF757A85}" type="pres">
      <dgm:prSet presAssocID="{7AAD8E90-D39F-4C6F-98A7-D4B6925978A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D86937B-BFA9-45DD-96C4-5DF2FDF57339}" type="pres">
      <dgm:prSet presAssocID="{7AAD8E90-D39F-4C6F-98A7-D4B6925978AC}" presName="spaceRect" presStyleCnt="0"/>
      <dgm:spPr/>
    </dgm:pt>
    <dgm:pt modelId="{E92F2FB7-3730-479E-85C1-3A5942B6A4DC}" type="pres">
      <dgm:prSet presAssocID="{7AAD8E90-D39F-4C6F-98A7-D4B6925978AC}" presName="textRect" presStyleLbl="revTx" presStyleIdx="1" presStyleCnt="5">
        <dgm:presLayoutVars>
          <dgm:chMax val="1"/>
          <dgm:chPref val="1"/>
        </dgm:presLayoutVars>
      </dgm:prSet>
      <dgm:spPr/>
    </dgm:pt>
    <dgm:pt modelId="{FE4658D4-E205-4D42-9BD0-F73031338377}" type="pres">
      <dgm:prSet presAssocID="{84D65576-8673-476C-AF99-B3AAA44D8B7D}" presName="sibTrans" presStyleCnt="0"/>
      <dgm:spPr/>
    </dgm:pt>
    <dgm:pt modelId="{1500FC9A-E609-444D-BB9C-C9F72BDAD8F9}" type="pres">
      <dgm:prSet presAssocID="{F35085BB-781C-4A10-A6D8-48ED93D807B0}" presName="compNode" presStyleCnt="0"/>
      <dgm:spPr/>
    </dgm:pt>
    <dgm:pt modelId="{1041CEEB-BBA0-4E4A-B88F-66C7AB648E4B}" type="pres">
      <dgm:prSet presAssocID="{F35085BB-781C-4A10-A6D8-48ED93D807B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885EE0C-89B9-4881-988B-254935C93C71}" type="pres">
      <dgm:prSet presAssocID="{F35085BB-781C-4A10-A6D8-48ED93D807B0}" presName="spaceRect" presStyleCnt="0"/>
      <dgm:spPr/>
    </dgm:pt>
    <dgm:pt modelId="{B88CB7D6-269C-492F-A493-110F3EBA3284}" type="pres">
      <dgm:prSet presAssocID="{F35085BB-781C-4A10-A6D8-48ED93D807B0}" presName="textRect" presStyleLbl="revTx" presStyleIdx="2" presStyleCnt="5">
        <dgm:presLayoutVars>
          <dgm:chMax val="1"/>
          <dgm:chPref val="1"/>
        </dgm:presLayoutVars>
      </dgm:prSet>
      <dgm:spPr/>
    </dgm:pt>
    <dgm:pt modelId="{31B61451-DD45-4057-B915-3191264B8535}" type="pres">
      <dgm:prSet presAssocID="{F81B16A5-FF5A-4624-934C-E2E1E1CC15F0}" presName="sibTrans" presStyleCnt="0"/>
      <dgm:spPr/>
    </dgm:pt>
    <dgm:pt modelId="{5E297CF0-B489-4635-80B7-E4667AD26638}" type="pres">
      <dgm:prSet presAssocID="{7930B607-4FA1-4EA4-9050-C40392B0631A}" presName="compNode" presStyleCnt="0"/>
      <dgm:spPr/>
    </dgm:pt>
    <dgm:pt modelId="{351D0C53-8DF6-4239-B3DA-B5E402C969DE}" type="pres">
      <dgm:prSet presAssocID="{7930B607-4FA1-4EA4-9050-C40392B0631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4BE76B53-DC3A-4FC8-B958-4B52FE8D4C6A}" type="pres">
      <dgm:prSet presAssocID="{7930B607-4FA1-4EA4-9050-C40392B0631A}" presName="spaceRect" presStyleCnt="0"/>
      <dgm:spPr/>
    </dgm:pt>
    <dgm:pt modelId="{E45BDD8D-FA44-44D9-AE55-D7817E2323BF}" type="pres">
      <dgm:prSet presAssocID="{7930B607-4FA1-4EA4-9050-C40392B0631A}" presName="textRect" presStyleLbl="revTx" presStyleIdx="3" presStyleCnt="5">
        <dgm:presLayoutVars>
          <dgm:chMax val="1"/>
          <dgm:chPref val="1"/>
        </dgm:presLayoutVars>
      </dgm:prSet>
      <dgm:spPr/>
    </dgm:pt>
    <dgm:pt modelId="{8FB7636B-DE18-48B7-9917-323A0D95D798}" type="pres">
      <dgm:prSet presAssocID="{54A4BBB8-4E9F-4E40-B4DC-A0B4A880D75F}" presName="sibTrans" presStyleCnt="0"/>
      <dgm:spPr/>
    </dgm:pt>
    <dgm:pt modelId="{BAE0DD2C-1EA1-4807-8FEA-03F2FD1B10E5}" type="pres">
      <dgm:prSet presAssocID="{4C9B4DA1-DB62-45FB-A1EF-70C070F9E908}" presName="compNode" presStyleCnt="0"/>
      <dgm:spPr/>
    </dgm:pt>
    <dgm:pt modelId="{1C3AC6C8-0BBA-4A7D-BB4C-9AD8D95F2643}" type="pres">
      <dgm:prSet presAssocID="{4C9B4DA1-DB62-45FB-A1EF-70C070F9E90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CB5F085F-93D2-4D69-BE1B-A356030E2AF7}" type="pres">
      <dgm:prSet presAssocID="{4C9B4DA1-DB62-45FB-A1EF-70C070F9E908}" presName="spaceRect" presStyleCnt="0"/>
      <dgm:spPr/>
    </dgm:pt>
    <dgm:pt modelId="{AE63CF31-05EE-4FC2-944A-83E60DEE912D}" type="pres">
      <dgm:prSet presAssocID="{4C9B4DA1-DB62-45FB-A1EF-70C070F9E90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64B0025-8FAC-40DE-8F20-953AF1FC558C}" type="presOf" srcId="{F35085BB-781C-4A10-A6D8-48ED93D807B0}" destId="{B88CB7D6-269C-492F-A493-110F3EBA3284}" srcOrd="0" destOrd="0" presId="urn:microsoft.com/office/officeart/2018/2/layout/IconLabelList"/>
    <dgm:cxn modelId="{D3382D31-17EF-4821-81A9-821D50030B42}" srcId="{F78B2FB6-AD83-43D0-8219-B7ACD02A3244}" destId="{F35085BB-781C-4A10-A6D8-48ED93D807B0}" srcOrd="2" destOrd="0" parTransId="{8080D5FD-F4BE-4BB0-BB2B-95F53FECD99E}" sibTransId="{F81B16A5-FF5A-4624-934C-E2E1E1CC15F0}"/>
    <dgm:cxn modelId="{8D7FAB31-DAD2-4D9B-B6F4-6842E876EB40}" type="presOf" srcId="{C5ED31A5-5021-4C0B-8BC5-C9D0D4C7BAB8}" destId="{E832DF97-7F80-4730-A6EC-5F67EC2176A5}" srcOrd="0" destOrd="0" presId="urn:microsoft.com/office/officeart/2018/2/layout/IconLabelList"/>
    <dgm:cxn modelId="{DA844950-3E42-4210-8D2D-21D5CE0FE184}" srcId="{F78B2FB6-AD83-43D0-8219-B7ACD02A3244}" destId="{7930B607-4FA1-4EA4-9050-C40392B0631A}" srcOrd="3" destOrd="0" parTransId="{E09306CD-F9C0-489C-964A-EBF4A3CA0445}" sibTransId="{54A4BBB8-4E9F-4E40-B4DC-A0B4A880D75F}"/>
    <dgm:cxn modelId="{D6EB7177-3BFA-48A4-9CD3-D947C3DA43F1}" srcId="{F78B2FB6-AD83-43D0-8219-B7ACD02A3244}" destId="{4C9B4DA1-DB62-45FB-A1EF-70C070F9E908}" srcOrd="4" destOrd="0" parTransId="{20A2644E-25DC-45EC-B8CF-6D6374800398}" sibTransId="{31E546E9-5722-4DB9-9A4D-EFB135350C94}"/>
    <dgm:cxn modelId="{3BE97E82-862A-4813-B968-B926904290E7}" srcId="{F78B2FB6-AD83-43D0-8219-B7ACD02A3244}" destId="{7AAD8E90-D39F-4C6F-98A7-D4B6925978AC}" srcOrd="1" destOrd="0" parTransId="{0474E023-F0E5-4A13-A9DF-2E79351CB87F}" sibTransId="{84D65576-8673-476C-AF99-B3AAA44D8B7D}"/>
    <dgm:cxn modelId="{26641694-FD0B-4BA8-8683-1540AAAC875C}" type="presOf" srcId="{7AAD8E90-D39F-4C6F-98A7-D4B6925978AC}" destId="{E92F2FB7-3730-479E-85C1-3A5942B6A4DC}" srcOrd="0" destOrd="0" presId="urn:microsoft.com/office/officeart/2018/2/layout/IconLabelList"/>
    <dgm:cxn modelId="{C60C56A9-7287-4CC1-8299-D38FB4949BB7}" srcId="{F78B2FB6-AD83-43D0-8219-B7ACD02A3244}" destId="{C5ED31A5-5021-4C0B-8BC5-C9D0D4C7BAB8}" srcOrd="0" destOrd="0" parTransId="{0F8890AE-C365-46E7-9497-40D07C4B13C1}" sibTransId="{18C99E2A-E005-4175-BFF2-DC8C002B77F6}"/>
    <dgm:cxn modelId="{71554FC1-10D2-43C0-BA39-429B16D1E76D}" type="presOf" srcId="{4C9B4DA1-DB62-45FB-A1EF-70C070F9E908}" destId="{AE63CF31-05EE-4FC2-944A-83E60DEE912D}" srcOrd="0" destOrd="0" presId="urn:microsoft.com/office/officeart/2018/2/layout/IconLabelList"/>
    <dgm:cxn modelId="{F2C5B6C1-F522-45E2-89BC-9C8CFBD0C0B8}" type="presOf" srcId="{F78B2FB6-AD83-43D0-8219-B7ACD02A3244}" destId="{B27213DA-9975-45D7-B7C2-F4601A287D1B}" srcOrd="0" destOrd="0" presId="urn:microsoft.com/office/officeart/2018/2/layout/IconLabelList"/>
    <dgm:cxn modelId="{5598BCD4-501A-410C-9373-10E2E9E59483}" type="presOf" srcId="{7930B607-4FA1-4EA4-9050-C40392B0631A}" destId="{E45BDD8D-FA44-44D9-AE55-D7817E2323BF}" srcOrd="0" destOrd="0" presId="urn:microsoft.com/office/officeart/2018/2/layout/IconLabelList"/>
    <dgm:cxn modelId="{5B3E4E98-5956-4CD1-88F3-28C14FC5D66D}" type="presParOf" srcId="{B27213DA-9975-45D7-B7C2-F4601A287D1B}" destId="{F83742FD-D4DB-4FE8-B3E4-09905C0937EC}" srcOrd="0" destOrd="0" presId="urn:microsoft.com/office/officeart/2018/2/layout/IconLabelList"/>
    <dgm:cxn modelId="{2100EB01-EA7A-496F-81B4-7C92243D4E83}" type="presParOf" srcId="{F83742FD-D4DB-4FE8-B3E4-09905C0937EC}" destId="{FF92872D-2CC2-4DDB-A50F-FD3E47679418}" srcOrd="0" destOrd="0" presId="urn:microsoft.com/office/officeart/2018/2/layout/IconLabelList"/>
    <dgm:cxn modelId="{202FC4FF-BEC9-4281-868C-469F5DF66806}" type="presParOf" srcId="{F83742FD-D4DB-4FE8-B3E4-09905C0937EC}" destId="{CAAFC090-618D-49C6-89AB-0B126A69B4A9}" srcOrd="1" destOrd="0" presId="urn:microsoft.com/office/officeart/2018/2/layout/IconLabelList"/>
    <dgm:cxn modelId="{558CF469-32B8-4E47-9D37-F220EE4D93E6}" type="presParOf" srcId="{F83742FD-D4DB-4FE8-B3E4-09905C0937EC}" destId="{E832DF97-7F80-4730-A6EC-5F67EC2176A5}" srcOrd="2" destOrd="0" presId="urn:microsoft.com/office/officeart/2018/2/layout/IconLabelList"/>
    <dgm:cxn modelId="{104069C6-1A77-4431-B074-43E6FBF00EB3}" type="presParOf" srcId="{B27213DA-9975-45D7-B7C2-F4601A287D1B}" destId="{41021036-197C-46C2-915A-4B48B11F4123}" srcOrd="1" destOrd="0" presId="urn:microsoft.com/office/officeart/2018/2/layout/IconLabelList"/>
    <dgm:cxn modelId="{EA5004D2-9DAE-448F-8E04-C32C39155015}" type="presParOf" srcId="{B27213DA-9975-45D7-B7C2-F4601A287D1B}" destId="{CCC3E604-DBF4-4C5C-87FC-9137B42B552A}" srcOrd="2" destOrd="0" presId="urn:microsoft.com/office/officeart/2018/2/layout/IconLabelList"/>
    <dgm:cxn modelId="{F991854B-0934-4F17-AA77-6C68B9351D66}" type="presParOf" srcId="{CCC3E604-DBF4-4C5C-87FC-9137B42B552A}" destId="{4A59BE18-E63A-458C-B8EC-325EFF757A85}" srcOrd="0" destOrd="0" presId="urn:microsoft.com/office/officeart/2018/2/layout/IconLabelList"/>
    <dgm:cxn modelId="{2FC0F127-10D5-41B5-A6AD-8EBE0EB66CD4}" type="presParOf" srcId="{CCC3E604-DBF4-4C5C-87FC-9137B42B552A}" destId="{1D86937B-BFA9-45DD-96C4-5DF2FDF57339}" srcOrd="1" destOrd="0" presId="urn:microsoft.com/office/officeart/2018/2/layout/IconLabelList"/>
    <dgm:cxn modelId="{6717D3CF-9535-428A-A2DC-4F0237A34CD1}" type="presParOf" srcId="{CCC3E604-DBF4-4C5C-87FC-9137B42B552A}" destId="{E92F2FB7-3730-479E-85C1-3A5942B6A4DC}" srcOrd="2" destOrd="0" presId="urn:microsoft.com/office/officeart/2018/2/layout/IconLabelList"/>
    <dgm:cxn modelId="{D658A935-3291-4C08-85FF-C46C8D145120}" type="presParOf" srcId="{B27213DA-9975-45D7-B7C2-F4601A287D1B}" destId="{FE4658D4-E205-4D42-9BD0-F73031338377}" srcOrd="3" destOrd="0" presId="urn:microsoft.com/office/officeart/2018/2/layout/IconLabelList"/>
    <dgm:cxn modelId="{4C248462-F278-488E-97E8-9EE500D1C825}" type="presParOf" srcId="{B27213DA-9975-45D7-B7C2-F4601A287D1B}" destId="{1500FC9A-E609-444D-BB9C-C9F72BDAD8F9}" srcOrd="4" destOrd="0" presId="urn:microsoft.com/office/officeart/2018/2/layout/IconLabelList"/>
    <dgm:cxn modelId="{C39D4614-E2C8-408D-AA29-BC28A41D58BA}" type="presParOf" srcId="{1500FC9A-E609-444D-BB9C-C9F72BDAD8F9}" destId="{1041CEEB-BBA0-4E4A-B88F-66C7AB648E4B}" srcOrd="0" destOrd="0" presId="urn:microsoft.com/office/officeart/2018/2/layout/IconLabelList"/>
    <dgm:cxn modelId="{F66F5B7A-ACCC-4046-9ECB-C5B12EC08BD4}" type="presParOf" srcId="{1500FC9A-E609-444D-BB9C-C9F72BDAD8F9}" destId="{B885EE0C-89B9-4881-988B-254935C93C71}" srcOrd="1" destOrd="0" presId="urn:microsoft.com/office/officeart/2018/2/layout/IconLabelList"/>
    <dgm:cxn modelId="{0B042471-F4B8-4A34-93EE-36CBC6379042}" type="presParOf" srcId="{1500FC9A-E609-444D-BB9C-C9F72BDAD8F9}" destId="{B88CB7D6-269C-492F-A493-110F3EBA3284}" srcOrd="2" destOrd="0" presId="urn:microsoft.com/office/officeart/2018/2/layout/IconLabelList"/>
    <dgm:cxn modelId="{8348BF07-9E6F-4794-B033-EF08F2E624D1}" type="presParOf" srcId="{B27213DA-9975-45D7-B7C2-F4601A287D1B}" destId="{31B61451-DD45-4057-B915-3191264B8535}" srcOrd="5" destOrd="0" presId="urn:microsoft.com/office/officeart/2018/2/layout/IconLabelList"/>
    <dgm:cxn modelId="{4804CF1A-BFE1-44C0-A345-17604B3E0A9F}" type="presParOf" srcId="{B27213DA-9975-45D7-B7C2-F4601A287D1B}" destId="{5E297CF0-B489-4635-80B7-E4667AD26638}" srcOrd="6" destOrd="0" presId="urn:microsoft.com/office/officeart/2018/2/layout/IconLabelList"/>
    <dgm:cxn modelId="{4FE33034-3D63-4010-B86E-4E8D7AA17093}" type="presParOf" srcId="{5E297CF0-B489-4635-80B7-E4667AD26638}" destId="{351D0C53-8DF6-4239-B3DA-B5E402C969DE}" srcOrd="0" destOrd="0" presId="urn:microsoft.com/office/officeart/2018/2/layout/IconLabelList"/>
    <dgm:cxn modelId="{F9FEDE13-59F1-447C-952A-43064DDDD8F6}" type="presParOf" srcId="{5E297CF0-B489-4635-80B7-E4667AD26638}" destId="{4BE76B53-DC3A-4FC8-B958-4B52FE8D4C6A}" srcOrd="1" destOrd="0" presId="urn:microsoft.com/office/officeart/2018/2/layout/IconLabelList"/>
    <dgm:cxn modelId="{C34225D2-31D6-497B-B684-CC18D2238120}" type="presParOf" srcId="{5E297CF0-B489-4635-80B7-E4667AD26638}" destId="{E45BDD8D-FA44-44D9-AE55-D7817E2323BF}" srcOrd="2" destOrd="0" presId="urn:microsoft.com/office/officeart/2018/2/layout/IconLabelList"/>
    <dgm:cxn modelId="{F7DFDBB6-B660-42A6-B100-AA7F66C3A0ED}" type="presParOf" srcId="{B27213DA-9975-45D7-B7C2-F4601A287D1B}" destId="{8FB7636B-DE18-48B7-9917-323A0D95D798}" srcOrd="7" destOrd="0" presId="urn:microsoft.com/office/officeart/2018/2/layout/IconLabelList"/>
    <dgm:cxn modelId="{DC9A9FF0-1287-4AE7-AA6C-0FCF3BA67BEB}" type="presParOf" srcId="{B27213DA-9975-45D7-B7C2-F4601A287D1B}" destId="{BAE0DD2C-1EA1-4807-8FEA-03F2FD1B10E5}" srcOrd="8" destOrd="0" presId="urn:microsoft.com/office/officeart/2018/2/layout/IconLabelList"/>
    <dgm:cxn modelId="{D8677851-049A-4D11-83E6-055B4ACEDC9B}" type="presParOf" srcId="{BAE0DD2C-1EA1-4807-8FEA-03F2FD1B10E5}" destId="{1C3AC6C8-0BBA-4A7D-BB4C-9AD8D95F2643}" srcOrd="0" destOrd="0" presId="urn:microsoft.com/office/officeart/2018/2/layout/IconLabelList"/>
    <dgm:cxn modelId="{7CE9687E-22E6-47BA-B5CF-FE58FA38DBA4}" type="presParOf" srcId="{BAE0DD2C-1EA1-4807-8FEA-03F2FD1B10E5}" destId="{CB5F085F-93D2-4D69-BE1B-A356030E2AF7}" srcOrd="1" destOrd="0" presId="urn:microsoft.com/office/officeart/2018/2/layout/IconLabelList"/>
    <dgm:cxn modelId="{C3448813-50FE-40B9-ADAD-E0F4DD4EE7DA}" type="presParOf" srcId="{BAE0DD2C-1EA1-4807-8FEA-03F2FD1B10E5}" destId="{AE63CF31-05EE-4FC2-944A-83E60DEE912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C5E95A-B36F-4B42-A4EC-52BDBF65B896}">
      <dsp:nvSpPr>
        <dsp:cNvPr id="0" name=""/>
        <dsp:cNvSpPr/>
      </dsp:nvSpPr>
      <dsp:spPr>
        <a:xfrm>
          <a:off x="0" y="142344"/>
          <a:ext cx="10515600" cy="85994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EDA performed to identify patterns and relationships</a:t>
          </a:r>
        </a:p>
      </dsp:txBody>
      <dsp:txXfrm>
        <a:off x="41979" y="184323"/>
        <a:ext cx="10431642" cy="775991"/>
      </dsp:txXfrm>
    </dsp:sp>
    <dsp:sp modelId="{F901A6B9-9463-4DC4-A299-6389842E57FB}">
      <dsp:nvSpPr>
        <dsp:cNvPr id="0" name=""/>
        <dsp:cNvSpPr/>
      </dsp:nvSpPr>
      <dsp:spPr>
        <a:xfrm>
          <a:off x="0" y="1103093"/>
          <a:ext cx="10515600" cy="85994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Key </a:t>
          </a:r>
          <a:r>
            <a:rPr lang="en-US" sz="3500" kern="1200" dirty="0" err="1"/>
            <a:t>Insigts</a:t>
          </a:r>
          <a:r>
            <a:rPr lang="en-US" sz="3500" kern="1200" dirty="0"/>
            <a:t> Planning </a:t>
          </a:r>
          <a:r>
            <a:rPr lang="en-US" sz="3500" kern="1200" dirty="0" err="1"/>
            <a:t>fo</a:t>
          </a:r>
          <a:r>
            <a:rPr lang="en-US" sz="3500" kern="1200" dirty="0"/>
            <a:t> Future:</a:t>
          </a:r>
        </a:p>
      </dsp:txBody>
      <dsp:txXfrm>
        <a:off x="41979" y="1145072"/>
        <a:ext cx="10431642" cy="775991"/>
      </dsp:txXfrm>
    </dsp:sp>
    <dsp:sp modelId="{B58DF348-C199-4565-9712-C35F11126216}">
      <dsp:nvSpPr>
        <dsp:cNvPr id="0" name=""/>
        <dsp:cNvSpPr/>
      </dsp:nvSpPr>
      <dsp:spPr>
        <a:xfrm>
          <a:off x="0" y="1963043"/>
          <a:ext cx="10515600" cy="2245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700" kern="1200" dirty="0"/>
            <a:t>Strong positive relationship between variables and target (calories burnt)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700" kern="1200" dirty="0"/>
            <a:t>Heart rate significantly influences calorie burn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700" kern="1200" dirty="0"/>
            <a:t>Gender based differences observed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700" kern="1200"/>
            <a:t>EDA helps AI models learn meaningful data patterns</a:t>
          </a:r>
          <a:endParaRPr lang="en-US" sz="2700" kern="1200" dirty="0"/>
        </a:p>
      </dsp:txBody>
      <dsp:txXfrm>
        <a:off x="0" y="1963043"/>
        <a:ext cx="10515600" cy="22459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C85D61-6F60-4A4D-8124-B92789A988C0}">
      <dsp:nvSpPr>
        <dsp:cNvPr id="0" name=""/>
        <dsp:cNvSpPr/>
      </dsp:nvSpPr>
      <dsp:spPr>
        <a:xfrm rot="5400000">
          <a:off x="5410072" y="-1189323"/>
          <a:ext cx="3481070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1" kern="1200" dirty="0"/>
            <a:t>Linear Regression</a:t>
          </a:r>
          <a:endParaRPr lang="en-US" sz="2200" kern="1200" dirty="0"/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Simple baseline model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1" kern="1200" dirty="0"/>
            <a:t>Neural</a:t>
          </a:r>
          <a:r>
            <a:rPr lang="en-US" sz="2200" kern="1200" dirty="0"/>
            <a:t> </a:t>
          </a:r>
          <a:r>
            <a:rPr lang="en-US" sz="2200" b="1" kern="1200" dirty="0"/>
            <a:t>Networks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kern="1200" dirty="0"/>
            <a:t>Artificial Neural Network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1" kern="1200" dirty="0"/>
            <a:t>Random Forest Regressor</a:t>
          </a:r>
          <a:endParaRPr lang="en-US" sz="2200" kern="1200" dirty="0"/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Ensemble of decision trees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1" kern="1200" dirty="0" err="1"/>
            <a:t>XGBoost</a:t>
          </a:r>
          <a:r>
            <a:rPr lang="en-US" sz="2200" b="1" kern="1200" dirty="0"/>
            <a:t> Regressor</a:t>
          </a:r>
          <a:endParaRPr lang="en-US" sz="2200" kern="1200" dirty="0"/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Gradient boosting technique with high accuracy</a:t>
          </a:r>
        </a:p>
      </dsp:txBody>
      <dsp:txXfrm rot="-5400000">
        <a:off x="3785615" y="605066"/>
        <a:ext cx="6560052" cy="3141206"/>
      </dsp:txXfrm>
    </dsp:sp>
    <dsp:sp modelId="{ED1C412F-9804-4EC8-86C4-B4A056071845}">
      <dsp:nvSpPr>
        <dsp:cNvPr id="0" name=""/>
        <dsp:cNvSpPr/>
      </dsp:nvSpPr>
      <dsp:spPr>
        <a:xfrm>
          <a:off x="0" y="0"/>
          <a:ext cx="3785616" cy="43513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Multiple models will be trained and compared</a:t>
          </a:r>
        </a:p>
      </dsp:txBody>
      <dsp:txXfrm>
        <a:off x="184799" y="184799"/>
        <a:ext cx="3416018" cy="39817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BA5319-F7F5-4701-9903-59AED2A42D04}">
      <dsp:nvSpPr>
        <dsp:cNvPr id="0" name=""/>
        <dsp:cNvSpPr/>
      </dsp:nvSpPr>
      <dsp:spPr>
        <a:xfrm>
          <a:off x="2027141" y="731520"/>
          <a:ext cx="1227257" cy="12272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705D30-052F-4B78-9821-A92089867E91}">
      <dsp:nvSpPr>
        <dsp:cNvPr id="0" name=""/>
        <dsp:cNvSpPr/>
      </dsp:nvSpPr>
      <dsp:spPr>
        <a:xfrm>
          <a:off x="1277150" y="2370553"/>
          <a:ext cx="272723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Week 1:</a:t>
          </a:r>
          <a:r>
            <a:rPr lang="en-US" sz="1500" kern="1200" dirty="0"/>
            <a:t> Dataset collection, merging &amp; initial inspection</a:t>
          </a:r>
        </a:p>
      </dsp:txBody>
      <dsp:txXfrm>
        <a:off x="1277150" y="2370553"/>
        <a:ext cx="2727239" cy="720000"/>
      </dsp:txXfrm>
    </dsp:sp>
    <dsp:sp modelId="{4F8AEC09-3BAC-479E-8121-7F329EC8BDD4}">
      <dsp:nvSpPr>
        <dsp:cNvPr id="0" name=""/>
        <dsp:cNvSpPr/>
      </dsp:nvSpPr>
      <dsp:spPr>
        <a:xfrm>
          <a:off x="5231648" y="731520"/>
          <a:ext cx="1227257" cy="12272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F9D84B-DADF-4934-92E2-07D9E44684E0}">
      <dsp:nvSpPr>
        <dsp:cNvPr id="0" name=""/>
        <dsp:cNvSpPr/>
      </dsp:nvSpPr>
      <dsp:spPr>
        <a:xfrm>
          <a:off x="4481657" y="2370553"/>
          <a:ext cx="272723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Week 2:</a:t>
          </a:r>
          <a:r>
            <a:rPr lang="en-US" sz="1500" kern="1200"/>
            <a:t> Data cleaning, preprocessing &amp; feature engineering</a:t>
          </a:r>
        </a:p>
      </dsp:txBody>
      <dsp:txXfrm>
        <a:off x="4481657" y="2370553"/>
        <a:ext cx="2727239" cy="720000"/>
      </dsp:txXfrm>
    </dsp:sp>
    <dsp:sp modelId="{FF766415-607A-4221-89FA-6068C36500D4}">
      <dsp:nvSpPr>
        <dsp:cNvPr id="0" name=""/>
        <dsp:cNvSpPr/>
      </dsp:nvSpPr>
      <dsp:spPr>
        <a:xfrm>
          <a:off x="8436154" y="731520"/>
          <a:ext cx="1227257" cy="12272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E4D0D2-273A-434F-BF3A-61828F8BB33F}">
      <dsp:nvSpPr>
        <dsp:cNvPr id="0" name=""/>
        <dsp:cNvSpPr/>
      </dsp:nvSpPr>
      <dsp:spPr>
        <a:xfrm>
          <a:off x="7686163" y="2370553"/>
          <a:ext cx="272723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Week 3:</a:t>
          </a:r>
          <a:r>
            <a:rPr lang="en-US" sz="1500" kern="1200"/>
            <a:t> Exploratory Data Analysis (EDA) + correlation analysis</a:t>
          </a:r>
        </a:p>
      </dsp:txBody>
      <dsp:txXfrm>
        <a:off x="7686163" y="2370553"/>
        <a:ext cx="2727239" cy="720000"/>
      </dsp:txXfrm>
    </dsp:sp>
    <dsp:sp modelId="{A12A05C0-B213-4B8A-BDA1-3336845F4AED}">
      <dsp:nvSpPr>
        <dsp:cNvPr id="0" name=""/>
        <dsp:cNvSpPr/>
      </dsp:nvSpPr>
      <dsp:spPr>
        <a:xfrm>
          <a:off x="2027141" y="3772363"/>
          <a:ext cx="1227257" cy="12272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6BFC85-BD81-4D5C-B8A8-632CF4404FE0}">
      <dsp:nvSpPr>
        <dsp:cNvPr id="0" name=""/>
        <dsp:cNvSpPr/>
      </dsp:nvSpPr>
      <dsp:spPr>
        <a:xfrm>
          <a:off x="1277150" y="5411396"/>
          <a:ext cx="272723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Week 4:</a:t>
          </a:r>
          <a:r>
            <a:rPr lang="en-US" sz="1500" kern="1200"/>
            <a:t> Train multiple ML models (Linear + Tree-based models)</a:t>
          </a:r>
        </a:p>
      </dsp:txBody>
      <dsp:txXfrm>
        <a:off x="1277150" y="5411396"/>
        <a:ext cx="2727239" cy="720000"/>
      </dsp:txXfrm>
    </dsp:sp>
    <dsp:sp modelId="{DEDFE57F-05C8-4C5A-A519-45D5E30EE0E7}">
      <dsp:nvSpPr>
        <dsp:cNvPr id="0" name=""/>
        <dsp:cNvSpPr/>
      </dsp:nvSpPr>
      <dsp:spPr>
        <a:xfrm>
          <a:off x="5231648" y="3772363"/>
          <a:ext cx="1227257" cy="122725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49FAF-E246-4E00-A9A1-14882F684764}">
      <dsp:nvSpPr>
        <dsp:cNvPr id="0" name=""/>
        <dsp:cNvSpPr/>
      </dsp:nvSpPr>
      <dsp:spPr>
        <a:xfrm>
          <a:off x="4481657" y="5411396"/>
          <a:ext cx="272723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Week 5:</a:t>
          </a:r>
          <a:r>
            <a:rPr lang="en-US" sz="1500" kern="1200"/>
            <a:t> Model evaluation (MAE) + best model selection (XGBoost)</a:t>
          </a:r>
        </a:p>
      </dsp:txBody>
      <dsp:txXfrm>
        <a:off x="4481657" y="5411396"/>
        <a:ext cx="2727239" cy="720000"/>
      </dsp:txXfrm>
    </dsp:sp>
    <dsp:sp modelId="{D718D8D4-A65A-40CB-AF7D-D693F11AE382}">
      <dsp:nvSpPr>
        <dsp:cNvPr id="0" name=""/>
        <dsp:cNvSpPr/>
      </dsp:nvSpPr>
      <dsp:spPr>
        <a:xfrm>
          <a:off x="8436154" y="3772363"/>
          <a:ext cx="1227257" cy="122725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E1A572-6D24-42A5-809B-B87668E85B6B}">
      <dsp:nvSpPr>
        <dsp:cNvPr id="0" name=""/>
        <dsp:cNvSpPr/>
      </dsp:nvSpPr>
      <dsp:spPr>
        <a:xfrm>
          <a:off x="7686163" y="5411396"/>
          <a:ext cx="272723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Week 6:</a:t>
          </a:r>
          <a:r>
            <a:rPr lang="en-US" sz="1500" kern="1200"/>
            <a:t> Final testing, results documentation &amp; final presentation preparation</a:t>
          </a:r>
        </a:p>
      </dsp:txBody>
      <dsp:txXfrm>
        <a:off x="7686163" y="5411396"/>
        <a:ext cx="2727239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5492B6-F07D-4BCB-948D-E40193821D31}">
      <dsp:nvSpPr>
        <dsp:cNvPr id="0" name=""/>
        <dsp:cNvSpPr/>
      </dsp:nvSpPr>
      <dsp:spPr>
        <a:xfrm>
          <a:off x="0" y="2655"/>
          <a:ext cx="10515600" cy="12417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31FFB4-1176-4C37-9C52-92DE5BE9BD40}">
      <dsp:nvSpPr>
        <dsp:cNvPr id="0" name=""/>
        <dsp:cNvSpPr/>
      </dsp:nvSpPr>
      <dsp:spPr>
        <a:xfrm>
          <a:off x="375620" y="282042"/>
          <a:ext cx="682947" cy="6829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B9ACEF-89CA-405F-8668-20686A55B9F1}">
      <dsp:nvSpPr>
        <dsp:cNvPr id="0" name=""/>
        <dsp:cNvSpPr/>
      </dsp:nvSpPr>
      <dsp:spPr>
        <a:xfrm>
          <a:off x="1434189" y="2655"/>
          <a:ext cx="4732020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User inputs: </a:t>
          </a:r>
        </a:p>
      </dsp:txBody>
      <dsp:txXfrm>
        <a:off x="1434189" y="2655"/>
        <a:ext cx="4732020" cy="1241722"/>
      </dsp:txXfrm>
    </dsp:sp>
    <dsp:sp modelId="{256AB340-E11A-4C18-B8DB-F45F572A96C1}">
      <dsp:nvSpPr>
        <dsp:cNvPr id="0" name=""/>
        <dsp:cNvSpPr/>
      </dsp:nvSpPr>
      <dsp:spPr>
        <a:xfrm>
          <a:off x="6166209" y="2655"/>
          <a:ext cx="4347989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 dirty="0"/>
            <a:t>Age, weight, workout details </a:t>
          </a:r>
        </a:p>
      </dsp:txBody>
      <dsp:txXfrm>
        <a:off x="6166209" y="2655"/>
        <a:ext cx="4347989" cy="1241722"/>
      </dsp:txXfrm>
    </dsp:sp>
    <dsp:sp modelId="{38FFCBA1-BC6D-48AD-9FDE-FB43FBD85EC9}">
      <dsp:nvSpPr>
        <dsp:cNvPr id="0" name=""/>
        <dsp:cNvSpPr/>
      </dsp:nvSpPr>
      <dsp:spPr>
        <a:xfrm>
          <a:off x="0" y="1554807"/>
          <a:ext cx="10515600" cy="12417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8A74FD-1325-4B75-9A92-E5C83D13B2BF}">
      <dsp:nvSpPr>
        <dsp:cNvPr id="0" name=""/>
        <dsp:cNvSpPr/>
      </dsp:nvSpPr>
      <dsp:spPr>
        <a:xfrm>
          <a:off x="375620" y="1834195"/>
          <a:ext cx="682947" cy="6829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A696F6-D1A4-4169-86F5-CEDD53C65C59}">
      <dsp:nvSpPr>
        <dsp:cNvPr id="0" name=""/>
        <dsp:cNvSpPr/>
      </dsp:nvSpPr>
      <dsp:spPr>
        <a:xfrm>
          <a:off x="1434189" y="1554807"/>
          <a:ext cx="4732020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Output: </a:t>
          </a:r>
        </a:p>
      </dsp:txBody>
      <dsp:txXfrm>
        <a:off x="1434189" y="1554807"/>
        <a:ext cx="4732020" cy="1241722"/>
      </dsp:txXfrm>
    </dsp:sp>
    <dsp:sp modelId="{03E79A40-0CC7-4C0D-B198-0F5E78529340}">
      <dsp:nvSpPr>
        <dsp:cNvPr id="0" name=""/>
        <dsp:cNvSpPr/>
      </dsp:nvSpPr>
      <dsp:spPr>
        <a:xfrm>
          <a:off x="6166209" y="1554807"/>
          <a:ext cx="4347989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Calories burned 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Fitness insights </a:t>
          </a:r>
        </a:p>
      </dsp:txBody>
      <dsp:txXfrm>
        <a:off x="6166209" y="1554807"/>
        <a:ext cx="4347989" cy="1241722"/>
      </dsp:txXfrm>
    </dsp:sp>
    <dsp:sp modelId="{913759C4-FE91-45AE-B90F-C2094CE177DB}">
      <dsp:nvSpPr>
        <dsp:cNvPr id="0" name=""/>
        <dsp:cNvSpPr/>
      </dsp:nvSpPr>
      <dsp:spPr>
        <a:xfrm>
          <a:off x="0" y="3106960"/>
          <a:ext cx="10515600" cy="12417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1A8901-ED41-4D77-A2F7-600805C9716A}">
      <dsp:nvSpPr>
        <dsp:cNvPr id="0" name=""/>
        <dsp:cNvSpPr/>
      </dsp:nvSpPr>
      <dsp:spPr>
        <a:xfrm>
          <a:off x="375620" y="3386348"/>
          <a:ext cx="682947" cy="6829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223412-4CA5-4804-94D9-D2A6B852BA64}">
      <dsp:nvSpPr>
        <dsp:cNvPr id="0" name=""/>
        <dsp:cNvSpPr/>
      </dsp:nvSpPr>
      <dsp:spPr>
        <a:xfrm>
          <a:off x="1434189" y="3106960"/>
          <a:ext cx="4732020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Features:</a:t>
          </a:r>
          <a:endParaRPr lang="en-US" sz="2500" kern="1200" dirty="0"/>
        </a:p>
      </dsp:txBody>
      <dsp:txXfrm>
        <a:off x="1434189" y="3106960"/>
        <a:ext cx="4732020" cy="1241722"/>
      </dsp:txXfrm>
    </dsp:sp>
    <dsp:sp modelId="{9EEC24F1-F7EE-4D18-9697-0D79E1F7D42C}">
      <dsp:nvSpPr>
        <dsp:cNvPr id="0" name=""/>
        <dsp:cNvSpPr/>
      </dsp:nvSpPr>
      <dsp:spPr>
        <a:xfrm>
          <a:off x="6166209" y="3106960"/>
          <a:ext cx="4347989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Simple UI 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Real-time prediction 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Interactive system</a:t>
          </a:r>
        </a:p>
      </dsp:txBody>
      <dsp:txXfrm>
        <a:off x="6166209" y="3106960"/>
        <a:ext cx="4347989" cy="124172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92872D-2CC2-4DDB-A50F-FD3E47679418}">
      <dsp:nvSpPr>
        <dsp:cNvPr id="0" name=""/>
        <dsp:cNvSpPr/>
      </dsp:nvSpPr>
      <dsp:spPr>
        <a:xfrm>
          <a:off x="828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32DF97-7F80-4730-A6EC-5F67EC2176A5}">
      <dsp:nvSpPr>
        <dsp:cNvPr id="0" name=""/>
        <dsp:cNvSpPr/>
      </dsp:nvSpPr>
      <dsp:spPr>
        <a:xfrm>
          <a:off x="33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Data Processing Layer </a:t>
          </a:r>
          <a:endParaRPr lang="en-US" sz="2000" kern="1200"/>
        </a:p>
      </dsp:txBody>
      <dsp:txXfrm>
        <a:off x="333914" y="2276522"/>
        <a:ext cx="1800000" cy="720000"/>
      </dsp:txXfrm>
    </dsp:sp>
    <dsp:sp modelId="{4A59BE18-E63A-458C-B8EC-325EFF757A85}">
      <dsp:nvSpPr>
        <dsp:cNvPr id="0" name=""/>
        <dsp:cNvSpPr/>
      </dsp:nvSpPr>
      <dsp:spPr>
        <a:xfrm>
          <a:off x="2943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2F2FB7-3730-479E-85C1-3A5942B6A4DC}">
      <dsp:nvSpPr>
        <dsp:cNvPr id="0" name=""/>
        <dsp:cNvSpPr/>
      </dsp:nvSpPr>
      <dsp:spPr>
        <a:xfrm>
          <a:off x="2448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Machine Learning Model </a:t>
          </a:r>
          <a:endParaRPr lang="en-US" sz="2000" kern="1200"/>
        </a:p>
      </dsp:txBody>
      <dsp:txXfrm>
        <a:off x="2448914" y="2276522"/>
        <a:ext cx="1800000" cy="720000"/>
      </dsp:txXfrm>
    </dsp:sp>
    <dsp:sp modelId="{1041CEEB-BBA0-4E4A-B88F-66C7AB648E4B}">
      <dsp:nvSpPr>
        <dsp:cNvPr id="0" name=""/>
        <dsp:cNvSpPr/>
      </dsp:nvSpPr>
      <dsp:spPr>
        <a:xfrm>
          <a:off x="5058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8CB7D6-269C-492F-A493-110F3EBA3284}">
      <dsp:nvSpPr>
        <dsp:cNvPr id="0" name=""/>
        <dsp:cNvSpPr/>
      </dsp:nvSpPr>
      <dsp:spPr>
        <a:xfrm>
          <a:off x="456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Backend System </a:t>
          </a:r>
          <a:endParaRPr lang="en-US" sz="2000" kern="1200"/>
        </a:p>
      </dsp:txBody>
      <dsp:txXfrm>
        <a:off x="4563914" y="2276522"/>
        <a:ext cx="1800000" cy="720000"/>
      </dsp:txXfrm>
    </dsp:sp>
    <dsp:sp modelId="{351D0C53-8DF6-4239-B3DA-B5E402C969DE}">
      <dsp:nvSpPr>
        <dsp:cNvPr id="0" name=""/>
        <dsp:cNvSpPr/>
      </dsp:nvSpPr>
      <dsp:spPr>
        <a:xfrm>
          <a:off x="7173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5BDD8D-FA44-44D9-AE55-D7817E2323BF}">
      <dsp:nvSpPr>
        <dsp:cNvPr id="0" name=""/>
        <dsp:cNvSpPr/>
      </dsp:nvSpPr>
      <dsp:spPr>
        <a:xfrm>
          <a:off x="6678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Web Interface </a:t>
          </a:r>
          <a:endParaRPr lang="en-US" sz="2000" kern="1200"/>
        </a:p>
      </dsp:txBody>
      <dsp:txXfrm>
        <a:off x="6678914" y="2276522"/>
        <a:ext cx="1800000" cy="720000"/>
      </dsp:txXfrm>
    </dsp:sp>
    <dsp:sp modelId="{1C3AC6C8-0BBA-4A7D-BB4C-9AD8D95F2643}">
      <dsp:nvSpPr>
        <dsp:cNvPr id="0" name=""/>
        <dsp:cNvSpPr/>
      </dsp:nvSpPr>
      <dsp:spPr>
        <a:xfrm>
          <a:off x="9288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63CF31-05EE-4FC2-944A-83E60DEE912D}">
      <dsp:nvSpPr>
        <dsp:cNvPr id="0" name=""/>
        <dsp:cNvSpPr/>
      </dsp:nvSpPr>
      <dsp:spPr>
        <a:xfrm>
          <a:off x="879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External API (Weather Data) </a:t>
          </a:r>
          <a:endParaRPr lang="en-US" sz="2000" kern="1200"/>
        </a:p>
      </dsp:txBody>
      <dsp:txXfrm>
        <a:off x="8793914" y="227652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31748-752F-EDEC-461B-C33D8469E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305591-90BC-802E-ED7E-FBF68AC0B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5FAE7-C7E9-F4AF-F486-35DE8B22D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4F3B-33BB-4D60-ACD7-FA8110AE2FF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944AB-353C-3A92-7A4F-9697BB38D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8A048-FC06-854B-8EA2-32FE1FBBE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2714-8A72-476F-A623-8B7117E7D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79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9D890-6D51-3229-BC0B-84E924762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2A534-51B1-37AD-E62D-A6CDEC415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0E3D5-9B05-BFE4-0084-1FC3A6607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4F3B-33BB-4D60-ACD7-FA8110AE2FF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4A3B3-FAB1-0A35-B098-B145EAEBD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35D04-585E-BB6B-6F70-8F14FB5F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2714-8A72-476F-A623-8B7117E7D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25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59447-D6F9-243C-006F-57DCB3A72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9D244-36B7-8D61-FC46-49F73B86D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0E2D4-4E8A-C4AF-8D46-C61D86B8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4F3B-33BB-4D60-ACD7-FA8110AE2FF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9BE5F-745F-56A7-A99F-A2F3E100C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7E580-7FAF-90AD-9E1B-D79BDF721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2714-8A72-476F-A623-8B7117E7D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79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C413-3894-5025-5A97-399363FA1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7F622-E7AE-A63C-44EA-B5FABF67AE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CE87DE-0FAE-E12F-60E7-0295D96B0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71237B-889E-54F4-BF49-2CE678DC1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4F3B-33BB-4D60-ACD7-FA8110AE2FF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E3959-160B-D9C1-834A-E14F04340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99C43-7158-819F-92FE-7B1F8C871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2714-8A72-476F-A623-8B7117E7D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724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81B0B-017D-C1D1-F890-70A2FDE9C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95A00-0F0B-940F-4FE7-1508E13F1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7C75C-1726-8F5A-0955-079BF155C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BBE081-5E87-7A3D-4462-FDFFE23345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B8719A-D7E5-9EF8-E506-9319BD7402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FAE6D1-4166-1341-1187-1CF63D8D8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4F3B-33BB-4D60-ACD7-FA8110AE2FF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631815-BD19-7B59-2357-4D8112BA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00E5D4-72DD-AC84-7CFF-31A475BF5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2714-8A72-476F-A623-8B7117E7D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161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65201-8F3B-6627-F00C-7DBA5535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ADCA08-115E-C48E-98C0-E7B9797A4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4F3B-33BB-4D60-ACD7-FA8110AE2FF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8B1015-853E-1291-401E-123061D4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03D0C8-55BE-9AD4-9687-8DC0F600B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2714-8A72-476F-A623-8B7117E7D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8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89FAF8-CAF6-CC91-1581-5E65DE455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4F3B-33BB-4D60-ACD7-FA8110AE2FF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631AAC-F3C1-D93D-78D0-C18D89DD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43E4C-ECBD-9A14-C1CF-12F2D5EE0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2714-8A72-476F-A623-8B7117E7D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873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A104D-1ACE-3B63-F9B1-D12862F58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35EB5-C01A-1B47-8612-680D21B8D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010AA1-02E1-640F-8780-B7234FA085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D052C-DCE7-91FC-C32A-F5C99CBF5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4F3B-33BB-4D60-ACD7-FA8110AE2FF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9FD61-8FB7-89D6-F59A-D74238589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D23635-018C-74C0-54C0-574C24D20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2714-8A72-476F-A623-8B7117E7D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685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8B18D-ABA8-C00E-ED49-1D56671ED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319CED-C02A-86FD-9672-BB8E06DDF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B496D6-B877-B87F-DF60-0884C9720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E81F28-DF95-8D99-0E07-787B582AD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4F3B-33BB-4D60-ACD7-FA8110AE2FF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29CF7-8367-BC5E-B37F-013E3EE6B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8A2B7-A54E-805F-6BDF-83B848DDF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2714-8A72-476F-A623-8B7117E7D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410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9EE93-73F6-54CF-5C17-E9E47D1FB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4303AC-D35A-456A-C6A5-A9A43A2CC1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01E45-E5AE-7FE8-D2A3-F69F279E8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4F3B-33BB-4D60-ACD7-FA8110AE2FF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9694C-3377-7999-0DC9-053AECB81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5C534-BDDD-90BE-ED8F-CFBE92F5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2714-8A72-476F-A623-8B7117E7D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955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C76645-1BBE-92D4-52EB-E032A0FA53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9488E-47E8-A129-D180-2CEAEF5C6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98C68-DE40-37EC-AA34-EDB294BED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4F3B-33BB-4D60-ACD7-FA8110AE2FF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C0309-CF0D-A5B1-49E2-582271A4F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46673-A3ED-3F7B-33C2-1CD39E245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2714-8A72-476F-A623-8B7117E7D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94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2BE0E5-A926-DD08-A57E-7B36844BE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1D0E3-C094-02A4-B990-0FB0173CF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E949E-CA19-0537-F784-DA03535484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374F3B-33BB-4D60-ACD7-FA8110AE2FF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3E227-41CC-5D82-34DC-13B3B35049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58571-6951-4BB4-79AC-1650E8797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5F2714-8A72-476F-A623-8B7117E7D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347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F94AE4-A553-45DD-50FA-CFEDA0FCEA5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01" r="-1" b="-1"/>
          <a:stretch>
            <a:fillRect/>
          </a:stretch>
        </p:blipFill>
        <p:spPr>
          <a:xfrm>
            <a:off x="5145273" y="0"/>
            <a:ext cx="14093454" cy="8286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7A2EF2-9C73-F0E1-D226-0BE7CCDFC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5844" y="641604"/>
            <a:ext cx="8370956" cy="3063240"/>
          </a:xfrm>
        </p:spPr>
        <p:txBody>
          <a:bodyPr>
            <a:normAutofit fontScale="90000"/>
          </a:bodyPr>
          <a:lstStyle/>
          <a:p>
            <a:pPr algn="l"/>
            <a:r>
              <a:rPr lang="en-US" sz="66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Calories Burnt Prediction Using AI-Based Machine Learning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AECA6B-D242-9FF3-A2BB-4B730ECF063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15844" y="4725025"/>
            <a:ext cx="9144000" cy="15361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lvl="0" algn="l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An AI-driven approach to predict calories burnt during workout sessions</a:t>
            </a:r>
            <a:b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Applying Machine Learning for personalized fitness insights</a:t>
            </a:r>
          </a:p>
          <a:p>
            <a:pPr lvl="0" algn="l"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ED7F7F-1611-E374-3A2F-026497D9D3CC}"/>
              </a:ext>
            </a:extLst>
          </p:cNvPr>
          <p:cNvSpPr txBox="1"/>
          <p:nvPr/>
        </p:nvSpPr>
        <p:spPr>
          <a:xfrm>
            <a:off x="4381121" y="5531221"/>
            <a:ext cx="3100825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</a:rPr>
              <a:t>KIC-HNDCSAI-252F-012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</a:rPr>
              <a:t>KIC-HNDCSAI-252F-032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3B897A-982F-11EE-045D-DB476F21B417}"/>
              </a:ext>
            </a:extLst>
          </p:cNvPr>
          <p:cNvSpPr txBox="1"/>
          <p:nvPr/>
        </p:nvSpPr>
        <p:spPr>
          <a:xfrm>
            <a:off x="1163574" y="5493121"/>
            <a:ext cx="3057525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KIC-HNDCSAI-252F-031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KIC-HNDCSAI-252F-039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8ED241-4581-8B49-9CFA-C68A9C0281B4}"/>
              </a:ext>
            </a:extLst>
          </p:cNvPr>
          <p:cNvSpPr txBox="1"/>
          <p:nvPr/>
        </p:nvSpPr>
        <p:spPr>
          <a:xfrm>
            <a:off x="7142475" y="5523526"/>
            <a:ext cx="9620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KIC-HNDCSAI-252F-003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6876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1ACA5-2919-81CC-7291-D73CCAF2206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47" b="4267"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ABD0AA-EF94-9F72-970D-27E9882EE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8F49C-C118-E9C7-251C-6C5B0D1DE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Accurate calorie burn estimation is essential for: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dirty="0">
                <a:solidFill>
                  <a:srgbClr val="FFFFFF"/>
                </a:solidFill>
              </a:rPr>
              <a:t>Fitness tracking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dirty="0">
                <a:solidFill>
                  <a:srgbClr val="FFFFFF"/>
                </a:solidFill>
              </a:rPr>
              <a:t>Weight management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dirty="0">
                <a:solidFill>
                  <a:srgbClr val="FFFFFF"/>
                </a:solidFill>
              </a:rPr>
              <a:t>Personalized workout planning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However, calorie expenditure varies significantly across individuals due to: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dirty="0">
                <a:solidFill>
                  <a:srgbClr val="FFFFFF"/>
                </a:solidFill>
              </a:rPr>
              <a:t>Biological differences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dirty="0">
                <a:solidFill>
                  <a:srgbClr val="FFFFFF"/>
                </a:solidFill>
              </a:rPr>
              <a:t>Workout intensity and duration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Recent advancements in Artificial Intelligence (AI) and Machine Learning (ML) enable data-driven, personalized predictions instead of fixed formulas</a:t>
            </a:r>
          </a:p>
          <a:p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4243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6DB1B9-FBB7-CFFD-1A64-959AE5AD1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 b="1" dirty="0"/>
              <a:t>Problem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0AE3BE-4102-DB68-F900-42A8C18FB1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05" r="11184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6DA93-3A2D-6C74-AFA4-BA97D9A79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Traditional calorie calculation methods:</a:t>
            </a:r>
          </a:p>
          <a:p>
            <a:pPr lvl="1"/>
            <a:r>
              <a:rPr lang="en-US" sz="2000" dirty="0"/>
              <a:t>Use static equations</a:t>
            </a:r>
          </a:p>
          <a:p>
            <a:pPr lvl="1"/>
            <a:r>
              <a:rPr lang="en-US" sz="2000" dirty="0"/>
              <a:t>Ignore individual physiological differences</a:t>
            </a:r>
          </a:p>
          <a:p>
            <a:pPr lvl="1"/>
            <a:r>
              <a:rPr lang="en-US" sz="2000" dirty="0"/>
              <a:t>Provide generalized and often inaccurate results</a:t>
            </a:r>
          </a:p>
          <a:p>
            <a:pPr marL="0" indent="0">
              <a:buNone/>
            </a:pPr>
            <a:r>
              <a:rPr lang="en-US" sz="1800" dirty="0"/>
              <a:t>Problems:</a:t>
            </a:r>
          </a:p>
          <a:p>
            <a:pPr lvl="1"/>
            <a:r>
              <a:rPr lang="en-US" sz="2000" dirty="0"/>
              <a:t>Inaccurate predictions </a:t>
            </a:r>
          </a:p>
          <a:p>
            <a:pPr lvl="1"/>
            <a:r>
              <a:rPr lang="en-US" sz="2000" dirty="0"/>
              <a:t>No personalization </a:t>
            </a:r>
          </a:p>
          <a:p>
            <a:pPr lvl="1"/>
            <a:r>
              <a:rPr lang="en-US" sz="2000" dirty="0"/>
              <a:t>Limited insights</a:t>
            </a:r>
          </a:p>
          <a:p>
            <a:pPr marL="0" indent="0">
              <a:buNone/>
            </a:pPr>
            <a:r>
              <a:rPr lang="en-US" sz="1800" b="1" dirty="0"/>
              <a:t>Need:</a:t>
            </a:r>
            <a:r>
              <a:rPr lang="en-US" sz="1800" dirty="0"/>
              <a:t> An intelligent AI-based system that can learn from real workout data and predict calories burnt accurately</a:t>
            </a:r>
          </a:p>
        </p:txBody>
      </p:sp>
    </p:spTree>
    <p:extLst>
      <p:ext uri="{BB962C8B-B14F-4D97-AF65-F5344CB8AC3E}">
        <p14:creationId xmlns:p14="http://schemas.microsoft.com/office/powerpoint/2010/main" val="4139842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AA78C0-2668-47F1-A7F8-07E001984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8" r="1445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04ED59-B1C7-74F6-78BD-A44E23BF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955675"/>
            <a:ext cx="4888990" cy="1899912"/>
          </a:xfrm>
        </p:spPr>
        <p:txBody>
          <a:bodyPr>
            <a:normAutofit/>
          </a:bodyPr>
          <a:lstStyle/>
          <a:p>
            <a:r>
              <a:rPr lang="en-US" sz="4000" b="1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5E2E8-3988-981E-06C8-45EBF8441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4444490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Primary Objective:</a:t>
            </a:r>
            <a:br>
              <a:rPr lang="en-US" sz="1600" dirty="0"/>
            </a:br>
            <a:r>
              <a:rPr lang="en-US" sz="1600" dirty="0"/>
              <a:t>Develop an AI system to predict calories burned</a:t>
            </a:r>
          </a:p>
          <a:p>
            <a:pPr marL="0" indent="0">
              <a:buNone/>
            </a:pPr>
            <a:r>
              <a:rPr lang="en-US" sz="1600" b="1" dirty="0"/>
              <a:t>Specific Objectives:</a:t>
            </a:r>
            <a:endParaRPr lang="en-US" sz="1600" dirty="0"/>
          </a:p>
          <a:p>
            <a:pPr lvl="1"/>
            <a:r>
              <a:rPr lang="en-US" sz="1800" dirty="0"/>
              <a:t>Analyze real-world workout and biological data</a:t>
            </a:r>
          </a:p>
          <a:p>
            <a:pPr lvl="1"/>
            <a:r>
              <a:rPr lang="en-US" sz="1800" dirty="0"/>
              <a:t>Train and evaluate multiple ML models</a:t>
            </a:r>
          </a:p>
          <a:p>
            <a:pPr lvl="1"/>
            <a:r>
              <a:rPr lang="en-US" sz="1800" dirty="0"/>
              <a:t>Identify the best-performing AI model</a:t>
            </a:r>
          </a:p>
          <a:p>
            <a:pPr lvl="1"/>
            <a:r>
              <a:rPr lang="en-US" sz="1800" dirty="0"/>
              <a:t>Develop web-based system</a:t>
            </a:r>
          </a:p>
          <a:p>
            <a:pPr lvl="1"/>
            <a:r>
              <a:rPr lang="en-US" sz="1800" dirty="0"/>
              <a:t>Provide personalized fitness insights</a:t>
            </a:r>
          </a:p>
        </p:txBody>
      </p:sp>
    </p:spTree>
    <p:extLst>
      <p:ext uri="{BB962C8B-B14F-4D97-AF65-F5344CB8AC3E}">
        <p14:creationId xmlns:p14="http://schemas.microsoft.com/office/powerpoint/2010/main" val="21797494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EE658D-AFE3-8575-5C65-7422BE1D7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b="1" dirty="0"/>
              <a:t>Proposed AI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5ACBE-4E68-CAA1-A975-B69BD8EF7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18073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The proposed system uses </a:t>
            </a:r>
            <a:r>
              <a:rPr lang="en-US" sz="1800" b="1" dirty="0"/>
              <a:t>Artificial Intelligence and Machine Learning</a:t>
            </a:r>
            <a:r>
              <a:rPr lang="en-US" sz="1800" dirty="0"/>
              <a:t> to predict calorie expenditure</a:t>
            </a:r>
          </a:p>
          <a:p>
            <a:pPr marL="0" indent="0">
              <a:buNone/>
            </a:pPr>
            <a:r>
              <a:rPr lang="en-US" sz="1800" dirty="0"/>
              <a:t>AI-based approach:</a:t>
            </a:r>
          </a:p>
          <a:p>
            <a:r>
              <a:rPr lang="en-US" sz="1800" dirty="0"/>
              <a:t>Learns patterns from real data</a:t>
            </a:r>
          </a:p>
          <a:p>
            <a:r>
              <a:rPr lang="en-US" sz="1800" dirty="0"/>
              <a:t>Captures non-linear relationships between features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D1094D-6CAE-23C1-898A-E3251E281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8" r="14172" b="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E15493-BBA6-DF58-24BD-DE3BEF95C8D0}"/>
              </a:ext>
            </a:extLst>
          </p:cNvPr>
          <p:cNvSpPr txBox="1"/>
          <p:nvPr/>
        </p:nvSpPr>
        <p:spPr>
          <a:xfrm>
            <a:off x="838200" y="4685571"/>
            <a:ext cx="54070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System Capabilities: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Accurate calorie prediction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Personalized insights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interaction via web app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955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41ED14-0E67-159A-F0F4-40025C8CF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5062220" cy="1956841"/>
          </a:xfrm>
        </p:spPr>
        <p:txBody>
          <a:bodyPr anchor="b">
            <a:normAutofit/>
          </a:bodyPr>
          <a:lstStyle/>
          <a:p>
            <a:r>
              <a:rPr lang="en-US" sz="4200" b="1" dirty="0"/>
              <a:t>System Architecture (Project Pipeline)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1ACE3B-708D-B1E4-5DE4-402596C8C8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1" y="2872899"/>
            <a:ext cx="4224020" cy="23087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1. Data Collection </a:t>
            </a:r>
          </a:p>
          <a:p>
            <a:pPr marL="0" marR="0" lvl="0" indent="0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2. Data Preprocessing</a:t>
            </a:r>
          </a:p>
          <a:p>
            <a:pPr marL="0" marR="0" lvl="0" indent="0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3. Exploratory Data Analysis (EDA)</a:t>
            </a:r>
          </a:p>
          <a:p>
            <a:pPr marL="0" marR="0" lvl="0" indent="0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4. AI Model Training</a:t>
            </a:r>
          </a:p>
          <a:p>
            <a:pPr marL="0" marR="0" lvl="0" indent="0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5. Model Evaluation </a:t>
            </a:r>
          </a:p>
          <a:p>
            <a:pPr marL="0" marR="0" lvl="0" indent="0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6.Best Model Selection 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7.Calorie Burn Prediction Output </a:t>
            </a:r>
            <a:r>
              <a:rPr lang="en-US" sz="1400" dirty="0"/>
              <a:t>(Web App)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530C35-7A1E-BE43-D0AD-11B4054C2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6" r="19166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167791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A056B-15FA-C952-DA5B-98EA3E83B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13" y="3054349"/>
            <a:ext cx="4052887" cy="2452687"/>
          </a:xfrm>
        </p:spPr>
        <p:txBody>
          <a:bodyPr anchor="ctr">
            <a:normAutofit/>
          </a:bodyPr>
          <a:lstStyle/>
          <a:p>
            <a:r>
              <a:rPr lang="en-US" sz="3600" dirty="0"/>
              <a:t>Dataset Description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CEE20-9B22-9E31-66E1-0AA50AD6C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26" b="16763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284A0F-FEA9-B244-4523-12BA14E37C4B}"/>
              </a:ext>
            </a:extLst>
          </p:cNvPr>
          <p:cNvSpPr txBox="1"/>
          <p:nvPr/>
        </p:nvSpPr>
        <p:spPr>
          <a:xfrm>
            <a:off x="487164" y="4629873"/>
            <a:ext cx="75822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Multiple datasets used: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Gym Members Dataset (Primary)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Fitness Metrics Dataset (Environmental)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Exercise Dataset (Recommendations)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Mendeley AI Coaching Dataset (Recommendation)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Open Weather API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15AA15-B8E5-EF1E-EBF4-DD740825FD76}"/>
              </a:ext>
            </a:extLst>
          </p:cNvPr>
          <p:cNvSpPr txBox="1"/>
          <p:nvPr/>
        </p:nvSpPr>
        <p:spPr>
          <a:xfrm>
            <a:off x="6393656" y="4906871"/>
            <a:ext cx="61293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Includes: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Physiological data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Workout data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Environmental data</a:t>
            </a:r>
          </a:p>
        </p:txBody>
      </p:sp>
    </p:spTree>
    <p:extLst>
      <p:ext uri="{BB962C8B-B14F-4D97-AF65-F5344CB8AC3E}">
        <p14:creationId xmlns:p14="http://schemas.microsoft.com/office/powerpoint/2010/main" val="26286893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AF8724-6CE9-DAB0-0A66-50A77B79B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b="1" dirty="0"/>
              <a:t>Features Used</a:t>
            </a: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A1DE2C-240F-CC04-069D-049E5DBB8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8AE111E-B805-E4CA-BD85-AC6E04EAE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58909"/>
            <a:ext cx="4888361" cy="34337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Input Features:</a:t>
            </a:r>
            <a:endParaRPr lang="en-US" dirty="0"/>
          </a:p>
          <a:p>
            <a:pPr lvl="1"/>
            <a:r>
              <a:rPr lang="en-US" dirty="0"/>
              <a:t>Age, Gender </a:t>
            </a:r>
          </a:p>
          <a:p>
            <a:pPr lvl="1"/>
            <a:r>
              <a:rPr lang="en-US" dirty="0"/>
              <a:t>Height, Weight, BMI </a:t>
            </a:r>
          </a:p>
          <a:p>
            <a:pPr lvl="1"/>
            <a:r>
              <a:rPr lang="en-US" dirty="0"/>
              <a:t>Heart Rate </a:t>
            </a:r>
          </a:p>
          <a:p>
            <a:pPr lvl="1"/>
            <a:r>
              <a:rPr lang="en-US" dirty="0"/>
              <a:t>Workout Duration </a:t>
            </a:r>
          </a:p>
          <a:p>
            <a:pPr lvl="1"/>
            <a:r>
              <a:rPr lang="en-US" dirty="0"/>
              <a:t>Exercise Type </a:t>
            </a:r>
          </a:p>
          <a:p>
            <a:pPr lvl="1"/>
            <a:r>
              <a:rPr lang="en-US" dirty="0"/>
              <a:t>Exercise Intensity </a:t>
            </a:r>
          </a:p>
          <a:p>
            <a:pPr lvl="1"/>
            <a:r>
              <a:rPr lang="en-US" dirty="0"/>
              <a:t>Weather Conditions </a:t>
            </a:r>
          </a:p>
          <a:p>
            <a:pPr marL="0" indent="0">
              <a:buNone/>
            </a:pPr>
            <a:r>
              <a:rPr lang="en-US" b="1" dirty="0"/>
              <a:t>Target:</a:t>
            </a:r>
            <a:endParaRPr lang="en-US" dirty="0"/>
          </a:p>
          <a:p>
            <a:pPr lvl="1"/>
            <a:r>
              <a:rPr lang="en-US" dirty="0"/>
              <a:t>Calories Burned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1409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85280F-397B-D780-CF38-750DF3DD19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55"/>
          <a:stretch>
            <a:fillRect/>
          </a:stretch>
        </p:blipFill>
        <p:spPr>
          <a:xfrm>
            <a:off x="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502DC9-1BF7-6211-3E59-2E1AA3D32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862"/>
            <a:ext cx="6052955" cy="4726276"/>
          </a:xfrm>
        </p:spPr>
        <p:txBody>
          <a:bodyPr>
            <a:normAutofit/>
          </a:bodyPr>
          <a:lstStyle/>
          <a:p>
            <a:pPr algn="r"/>
            <a:r>
              <a:rPr lang="en-US" sz="8000" dirty="0">
                <a:ln w="22225">
                  <a:solidFill>
                    <a:srgbClr val="FFFFFF"/>
                  </a:solidFill>
                </a:ln>
                <a:noFill/>
              </a:rPr>
              <a:t>Data Preprocessing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AA366EA-DCFA-DACF-9EAB-AE51E528ED80}"/>
              </a:ext>
            </a:extLst>
          </p:cNvPr>
          <p:cNvSpPr txBox="1"/>
          <p:nvPr/>
        </p:nvSpPr>
        <p:spPr>
          <a:xfrm>
            <a:off x="7585364" y="1735282"/>
            <a:ext cx="37684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dirty="0"/>
              <a:t>Encoding categorical data 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dirty="0"/>
              <a:t>Feature scaling (Standard Scaler) 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dirty="0"/>
              <a:t>Removing redundant features</a:t>
            </a:r>
          </a:p>
          <a:p>
            <a:r>
              <a:rPr lang="en-US" dirty="0"/>
              <a:t> </a:t>
            </a:r>
          </a:p>
          <a:p>
            <a:r>
              <a:rPr lang="en-US" b="1" dirty="0"/>
              <a:t>Purpose:</a:t>
            </a:r>
            <a:endParaRPr lang="en-US" dirty="0"/>
          </a:p>
          <a:p>
            <a:pPr lvl="1"/>
            <a:r>
              <a:rPr lang="en-US" dirty="0"/>
              <a:t>Improve model performance </a:t>
            </a:r>
          </a:p>
          <a:p>
            <a:pPr lvl="1"/>
            <a:r>
              <a:rPr lang="en-US" dirty="0"/>
              <a:t>Ensure balanced feature contribution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158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FF854D8-1B8E-AD89-55FD-92AEF1027D1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26095" b="61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90BA2B-E86B-8DF0-0020-33D9B6C40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Exploratory Data Analysis (EDA)</a:t>
            </a:r>
          </a:p>
        </p:txBody>
      </p:sp>
      <p:graphicFrame>
        <p:nvGraphicFramePr>
          <p:cNvPr id="15" name="Rectangle 1">
            <a:extLst>
              <a:ext uri="{FF2B5EF4-FFF2-40B4-BE49-F238E27FC236}">
                <a16:creationId xmlns:a16="http://schemas.microsoft.com/office/drawing/2014/main" id="{6F936F86-81CE-E89F-C622-BBA66D72FB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355789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208269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74D96-952B-F96F-3D25-8EB03A33C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AI / Machine Learning Models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3D95BD0-7B46-2159-E893-0657177D13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979241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17059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0A139A-041A-DF78-D9DD-2405F00A4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8" r="19236" b="1"/>
          <a:stretch>
            <a:fillRect/>
          </a:stretch>
        </p:blipFill>
        <p:spPr>
          <a:xfrm>
            <a:off x="-1925391" y="-20963"/>
            <a:ext cx="966964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2F0B65-BE47-554D-E90D-A04F7B693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4395" y="337561"/>
            <a:ext cx="4936615" cy="1899912"/>
          </a:xfrm>
        </p:spPr>
        <p:txBody>
          <a:bodyPr>
            <a:normAutofit/>
          </a:bodyPr>
          <a:lstStyle/>
          <a:p>
            <a:r>
              <a:rPr lang="en-US" sz="4000" b="1" dirty="0"/>
              <a:t>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2032A-4854-1F5D-4212-6217299D7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4660390" cy="31362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Tools &amp; Technologies:</a:t>
            </a:r>
            <a:endParaRPr lang="en-US" sz="1400" dirty="0"/>
          </a:p>
          <a:p>
            <a:r>
              <a:rPr lang="en-US" sz="1100" b="1" dirty="0"/>
              <a:t>Programming Language:</a:t>
            </a:r>
            <a:r>
              <a:rPr lang="en-US" sz="1100" dirty="0"/>
              <a:t> Python</a:t>
            </a:r>
          </a:p>
          <a:p>
            <a:r>
              <a:rPr lang="en-US" sz="1100" b="1" dirty="0"/>
              <a:t>Development Environment:</a:t>
            </a:r>
            <a:r>
              <a:rPr lang="en-US" sz="1100" dirty="0"/>
              <a:t> </a:t>
            </a:r>
            <a:r>
              <a:rPr lang="en-US" sz="1100" dirty="0" err="1"/>
              <a:t>Jupyter</a:t>
            </a:r>
            <a:r>
              <a:rPr lang="en-US" sz="1100" dirty="0"/>
              <a:t> Notebook / Google Collab</a:t>
            </a:r>
          </a:p>
          <a:p>
            <a:pPr marL="0" indent="0">
              <a:buNone/>
            </a:pPr>
            <a:r>
              <a:rPr lang="en-US" sz="1400" b="1" dirty="0"/>
              <a:t>Libraries:</a:t>
            </a:r>
            <a:endParaRPr lang="en-US" sz="1400" dirty="0"/>
          </a:p>
          <a:p>
            <a:pPr lvl="1"/>
            <a:r>
              <a:rPr lang="en-US" sz="1100" dirty="0"/>
              <a:t>NumPy, Pandas (Data handling)</a:t>
            </a:r>
          </a:p>
          <a:p>
            <a:pPr lvl="1"/>
            <a:r>
              <a:rPr lang="en-US" sz="1100" dirty="0"/>
              <a:t>Matplotlib, Seaborn (Visualization)</a:t>
            </a:r>
          </a:p>
          <a:p>
            <a:pPr lvl="1"/>
            <a:r>
              <a:rPr lang="en-US" sz="1100" dirty="0"/>
              <a:t>Scikit-learn (ML models + preprocessing)</a:t>
            </a:r>
          </a:p>
          <a:p>
            <a:pPr lvl="1"/>
            <a:r>
              <a:rPr lang="en-US" sz="1100" dirty="0"/>
              <a:t>XG Boost (Boosting model)</a:t>
            </a:r>
          </a:p>
          <a:p>
            <a:pPr marL="0" indent="0">
              <a:buNone/>
            </a:pPr>
            <a:r>
              <a:rPr lang="en-US" sz="1400" b="1" dirty="0"/>
              <a:t>Preprocessing Tools:</a:t>
            </a:r>
            <a:endParaRPr lang="en-US" sz="1400" dirty="0"/>
          </a:p>
          <a:p>
            <a:pPr lvl="1"/>
            <a:r>
              <a:rPr lang="en-US" sz="1100" dirty="0"/>
              <a:t>Standard Scaler (Normalization)</a:t>
            </a:r>
          </a:p>
          <a:p>
            <a:pPr lvl="1"/>
            <a:r>
              <a:rPr lang="en-US" sz="1100" dirty="0"/>
              <a:t>Label Encoding (Categorical conversion)</a:t>
            </a:r>
          </a:p>
          <a:p>
            <a:pPr marL="0" indent="0">
              <a:buNone/>
            </a:pPr>
            <a:r>
              <a:rPr lang="en-US" sz="1400" b="1" dirty="0"/>
              <a:t>Evaluation Metric:</a:t>
            </a:r>
            <a:endParaRPr lang="en-US" sz="1400" dirty="0"/>
          </a:p>
          <a:p>
            <a:endParaRPr lang="en-US" sz="1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61163F-25C0-FCA1-374C-CB44B525F678}"/>
              </a:ext>
            </a:extLst>
          </p:cNvPr>
          <p:cNvSpPr txBox="1"/>
          <p:nvPr/>
        </p:nvSpPr>
        <p:spPr>
          <a:xfrm>
            <a:off x="7956891" y="5534504"/>
            <a:ext cx="297162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Mean Absolute Error (MAE)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Root Mean Squared Error (RMSE)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R-Squared Score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Cross-validation used to ensure reliability 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238031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231E9-DCB0-88CE-6CA3-497585269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758732" cy="57942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Tentative Timeline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8F44BFD-338B-5AE3-91B9-F4D959F7AB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1555311"/>
              </p:ext>
            </p:extLst>
          </p:nvPr>
        </p:nvGraphicFramePr>
        <p:xfrm>
          <a:off x="149753" y="442233"/>
          <a:ext cx="11690554" cy="68629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9155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766B0D-1335-A01F-B178-A4D0AB564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36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00658B-46EE-BE9A-BE63-18288DFF2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706257" cy="1899912"/>
          </a:xfrm>
        </p:spPr>
        <p:txBody>
          <a:bodyPr>
            <a:normAutofit/>
          </a:bodyPr>
          <a:lstStyle/>
          <a:p>
            <a:r>
              <a:rPr lang="en-US" sz="4000" b="1" dirty="0"/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41F46-DED1-707E-5B1E-060103831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dirty="0"/>
              <a:t>This AI based system is expected to deliver the following outcomes:</a:t>
            </a:r>
          </a:p>
          <a:p>
            <a:r>
              <a:rPr lang="en-US" sz="1700" dirty="0"/>
              <a:t>Accurate calorie burnt prediction based on real workout data</a:t>
            </a:r>
          </a:p>
          <a:p>
            <a:r>
              <a:rPr lang="en-US" sz="1700" dirty="0"/>
              <a:t>Improved prediction compared to traditional formula based methods</a:t>
            </a:r>
          </a:p>
          <a:p>
            <a:r>
              <a:rPr lang="en-US" sz="1700" dirty="0"/>
              <a:t>Identification of the best-performing ML model as ANN</a:t>
            </a:r>
          </a:p>
          <a:p>
            <a:r>
              <a:rPr lang="en-US" sz="1700" dirty="0"/>
              <a:t>User friendly prediction output that supports fitness decision making</a:t>
            </a:r>
          </a:p>
          <a:p>
            <a:r>
              <a:rPr lang="en-US" sz="1800" dirty="0"/>
              <a:t>Web based system interaction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2941623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09CFCDAF-46CE-4056-866C-5EE9122FD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!!Rectangle">
            <a:extLst>
              <a:ext uri="{FF2B5EF4-FFF2-40B4-BE49-F238E27FC236}">
                <a16:creationId xmlns:a16="http://schemas.microsoft.com/office/drawing/2014/main" id="{9F587EB1-1674-4B8B-88AD-2A81FFFB5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EBB56F-AF6D-5944-A8F9-97CE98E7D86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" r="6006"/>
          <a:stretch>
            <a:fillRect/>
          </a:stretch>
        </p:blipFill>
        <p:spPr>
          <a:xfrm>
            <a:off x="2657938" y="-8867"/>
            <a:ext cx="12191981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1B0A02-58C1-3153-B24B-A042966D1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012" y="277939"/>
            <a:ext cx="10515599" cy="1383343"/>
          </a:xfrm>
        </p:spPr>
        <p:txBody>
          <a:bodyPr anchor="b">
            <a:normAutofit/>
          </a:bodyPr>
          <a:lstStyle/>
          <a:p>
            <a:r>
              <a:rPr lang="en-US" sz="6600" b="1" dirty="0"/>
              <a:t>AI Smart Fitness Coach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73056"/>
            <a:ext cx="0" cy="6476066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2814" y="74031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1594" y="969611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07274" y="1484755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D4364-AE01-5B84-DB0D-B362D09E3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687" y="2123659"/>
            <a:ext cx="4124758" cy="3503653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r>
              <a:rPr lang="en-US" sz="2000" dirty="0"/>
              <a:t>System goes beyond prediction</a:t>
            </a:r>
          </a:p>
          <a:p>
            <a:pPr marL="0" indent="0">
              <a:buNone/>
            </a:pPr>
            <a:r>
              <a:rPr lang="en-US" sz="2000" b="1" dirty="0"/>
              <a:t>Provides:</a:t>
            </a:r>
            <a:endParaRPr lang="en-US" sz="2000" dirty="0"/>
          </a:p>
          <a:p>
            <a:r>
              <a:rPr lang="en-US" sz="2000" dirty="0"/>
              <a:t>Personalized workout suggestions </a:t>
            </a:r>
          </a:p>
          <a:p>
            <a:r>
              <a:rPr lang="en-US" sz="2000" dirty="0"/>
              <a:t>Exercise recommendations </a:t>
            </a:r>
          </a:p>
          <a:p>
            <a:r>
              <a:rPr lang="en-US" sz="2000" dirty="0"/>
              <a:t>Fitness goal guidance </a:t>
            </a:r>
          </a:p>
          <a:p>
            <a:pPr marL="0" indent="0">
              <a:buNone/>
            </a:pPr>
            <a:r>
              <a:rPr lang="en-US" sz="2000" dirty="0"/>
              <a:t> Based on user profile + AI dataset</a:t>
            </a:r>
          </a:p>
          <a:p>
            <a:pPr marL="0" indent="0">
              <a:buNone/>
            </a:pPr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2661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B16D88-3B3D-CCE9-A3A5-A07170724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25369"/>
            <a:ext cx="7154091" cy="1956841"/>
          </a:xfrm>
        </p:spPr>
        <p:txBody>
          <a:bodyPr anchor="b">
            <a:normAutofit/>
          </a:bodyPr>
          <a:lstStyle/>
          <a:p>
            <a:r>
              <a:rPr lang="en-US" sz="4200" b="1" dirty="0"/>
              <a:t>Environmental Context Integration</a:t>
            </a: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DAE5B-291B-B302-8027-E309A8F14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/>
              <a:t>Uses real-time weather data </a:t>
            </a:r>
          </a:p>
          <a:p>
            <a:pPr marL="0" indent="0">
              <a:buNone/>
            </a:pPr>
            <a:r>
              <a:rPr lang="en-US" sz="2200" b="1"/>
              <a:t>Factors:</a:t>
            </a:r>
            <a:endParaRPr lang="en-US" sz="2200"/>
          </a:p>
          <a:p>
            <a:r>
              <a:rPr lang="en-US" sz="2200"/>
              <a:t>Temperature </a:t>
            </a:r>
          </a:p>
          <a:p>
            <a:r>
              <a:rPr lang="en-US" sz="2200"/>
              <a:t>Humidity </a:t>
            </a:r>
          </a:p>
          <a:p>
            <a:r>
              <a:rPr lang="en-US" sz="2200"/>
              <a:t>Weather condition </a:t>
            </a:r>
          </a:p>
          <a:p>
            <a:pPr marL="0" indent="0">
              <a:buNone/>
            </a:pPr>
            <a:r>
              <a:rPr lang="en-US" sz="2200"/>
              <a:t> Makes prediction more realistic</a:t>
            </a:r>
          </a:p>
          <a:p>
            <a:endParaRPr lang="en-US" sz="2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1E9F49-8184-4113-2CEB-C03D94417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755489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64D59-62C9-49D4-92BE-C42C6461E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 Application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1100F1-10B1-1028-8E88-74CC5ED161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048932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25770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1CF53-AEEB-7102-9FAF-D15DDE9E8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System Architecture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15B26A3-514D-65D0-1EA5-EC9FA0D1A8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494548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93263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834436-7891-165A-6749-9A98B8C0E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7607" y="789436"/>
            <a:ext cx="5742185" cy="1023229"/>
          </a:xfrm>
        </p:spPr>
        <p:txBody>
          <a:bodyPr anchor="b">
            <a:normAutofit/>
          </a:bodyPr>
          <a:lstStyle/>
          <a:p>
            <a:r>
              <a:rPr lang="en-US" sz="5600" b="1" dirty="0"/>
              <a:t>Risks &amp; Mitigation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0648AA-F9C3-253C-CFBA-759329911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-3"/>
          <a:stretch>
            <a:fillRect/>
          </a:stretch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22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4D293B-B54D-0288-F095-386356B08C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57715" y="2990818"/>
            <a:ext cx="4195673" cy="2913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Overfitting → Cross-validation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Data leakage → Proper data split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Deployment issues → Consistent   pipeline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Dataset limitations → Use multiple datasets </a:t>
            </a:r>
          </a:p>
        </p:txBody>
      </p:sp>
      <p:sp>
        <p:nvSpPr>
          <p:cNvPr id="26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8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887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5619E-4513-EE05-7755-163D65788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3078" y="766791"/>
            <a:ext cx="4823222" cy="1616203"/>
          </a:xfrm>
        </p:spPr>
        <p:txBody>
          <a:bodyPr anchor="b">
            <a:normAutofit/>
          </a:bodyPr>
          <a:lstStyle/>
          <a:p>
            <a:r>
              <a:rPr lang="en-US" sz="3200" b="1" dirty="0"/>
              <a:t>Security, Privacy &amp; Ethics</a:t>
            </a:r>
          </a:p>
        </p:txBody>
      </p:sp>
      <p:pic>
        <p:nvPicPr>
          <p:cNvPr id="6" name="Picture 5" descr="Transparent padlock">
            <a:extLst>
              <a:ext uri="{FF2B5EF4-FFF2-40B4-BE49-F238E27FC236}">
                <a16:creationId xmlns:a16="http://schemas.microsoft.com/office/drawing/2014/main" id="{7E561941-D79C-80EE-F9B5-49F34FD4FC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2" r="27636" b="2"/>
          <a:stretch>
            <a:fillRect/>
          </a:stretch>
        </p:blipFill>
        <p:spPr>
          <a:xfrm>
            <a:off x="20" y="10"/>
            <a:ext cx="7390243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36E05B-182C-5EB6-8638-5E447316C5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79978" y="2533476"/>
            <a:ext cx="3369234" cy="34478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No permanent data storage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User data used temporarily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Not medical advice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Transparency in limitations </a:t>
            </a:r>
          </a:p>
        </p:txBody>
      </p:sp>
    </p:spTree>
    <p:extLst>
      <p:ext uri="{BB962C8B-B14F-4D97-AF65-F5344CB8AC3E}">
        <p14:creationId xmlns:p14="http://schemas.microsoft.com/office/powerpoint/2010/main" val="27572542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C32566-1BB2-D8EB-325B-C0592DD28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US" sz="4000" b="1" dirty="0"/>
              <a:t>Limitations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655117-2DC6-ECA4-1C0E-8E351F627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6002110" cy="372903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900"/>
              <a:t>Prediction accuracy depends on dataset quality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900"/>
              <a:t>Dataset may not cover all types of physical activities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900"/>
              <a:t>No real-time sensor or wearable device integration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900"/>
              <a:t>Limited representation of individual metabolic differences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900"/>
              <a:t>Environmental factors may not always reflect real conditions </a:t>
            </a:r>
          </a:p>
          <a:p>
            <a:pPr marL="0" indent="0">
              <a:buNone/>
            </a:pPr>
            <a:r>
              <a:rPr lang="en-US" sz="1900" b="1"/>
              <a:t>Therefore:</a:t>
            </a:r>
            <a:endParaRPr lang="en-US" sz="1900"/>
          </a:p>
          <a:p>
            <a:r>
              <a:rPr lang="en-US" sz="1900"/>
              <a:t>Predictions are approximate estimates, not medical-grade values</a:t>
            </a:r>
          </a:p>
          <a:p>
            <a:endParaRPr lang="en-US" sz="19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7BED70-C057-5439-95C5-A46A8B6ADD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70" r="39435" b="-1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7662466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029C22-0062-5E09-7713-431CF32E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898B13-CB98-AFEC-2A55-6E19E424C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05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FE07E8-695E-29A1-16EF-B289B4DD9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22076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AI based approach improves calorie prediction accuracy </a:t>
            </a:r>
          </a:p>
          <a:p>
            <a:r>
              <a:rPr lang="en-US" dirty="0"/>
              <a:t>Machine learning captures complex relationships in fitness data </a:t>
            </a:r>
          </a:p>
          <a:p>
            <a:r>
              <a:rPr lang="en-US" dirty="0"/>
              <a:t>System provides personalized fitness insights and recommendations </a:t>
            </a:r>
          </a:p>
          <a:p>
            <a:r>
              <a:rPr lang="en-US" dirty="0"/>
              <a:t>Web-based implementation enables real-time user interaction </a:t>
            </a:r>
          </a:p>
          <a:p>
            <a:pPr marL="0" indent="0">
              <a:buNone/>
            </a:pPr>
            <a:r>
              <a:rPr lang="en-US" b="1" dirty="0"/>
              <a:t>Overall:</a:t>
            </a:r>
            <a:endParaRPr lang="en-US" dirty="0"/>
          </a:p>
          <a:p>
            <a:r>
              <a:rPr lang="en-US" dirty="0"/>
              <a:t>A smart, data-driven solution for improving fitness tracking and decision-making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8500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A695D-4B24-2CBC-62E9-042619352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Any Questions?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5593D16-C64E-362C-C065-10FD75CC1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709803"/>
            <a:ext cx="7214616" cy="541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6674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875</Words>
  <Application>Microsoft Office PowerPoint</Application>
  <PresentationFormat>Widescreen</PresentationFormat>
  <Paragraphs>187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Office Theme</vt:lpstr>
      <vt:lpstr>Calories Burnt Prediction Using AI-Based Machine Learning System</vt:lpstr>
      <vt:lpstr>Introduction</vt:lpstr>
      <vt:lpstr>Problem Statement</vt:lpstr>
      <vt:lpstr>Project Objectives</vt:lpstr>
      <vt:lpstr>Proposed AI Solution</vt:lpstr>
      <vt:lpstr>System Architecture (Project Pipeline)</vt:lpstr>
      <vt:lpstr>Dataset Description</vt:lpstr>
      <vt:lpstr>Features Used</vt:lpstr>
      <vt:lpstr>Data Preprocessing</vt:lpstr>
      <vt:lpstr>Exploratory Data Analysis (EDA)</vt:lpstr>
      <vt:lpstr>AI / Machine Learning Models Used</vt:lpstr>
      <vt:lpstr>Tools &amp; Technologies</vt:lpstr>
      <vt:lpstr>Tentative Timeline</vt:lpstr>
      <vt:lpstr>Expected Outcomes</vt:lpstr>
      <vt:lpstr>AI Smart Fitness Coach</vt:lpstr>
      <vt:lpstr>Environmental Context Integration</vt:lpstr>
      <vt:lpstr>Web Application</vt:lpstr>
      <vt:lpstr>System Architecture</vt:lpstr>
      <vt:lpstr>Risks &amp; Mitigation</vt:lpstr>
      <vt:lpstr>Security, Privacy &amp; Ethics</vt:lpstr>
      <vt:lpstr>Limitations</vt:lpstr>
      <vt:lpstr>Conclusion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Aneek Ahamad</dc:creator>
  <cp:lastModifiedBy>Isula Dissanayake</cp:lastModifiedBy>
  <cp:revision>10</cp:revision>
  <dcterms:created xsi:type="dcterms:W3CDTF">2026-02-10T09:27:40Z</dcterms:created>
  <dcterms:modified xsi:type="dcterms:W3CDTF">2026-04-27T07:57:40Z</dcterms:modified>
</cp:coreProperties>
</file>